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Hagrid Ultra-Bold" panose="020B0604020202020204" charset="0"/>
      <p:regular r:id="rId18"/>
    </p:embeddedFont>
    <p:embeddedFont>
      <p:font typeface="Roboto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svg"/><Relationship Id="rId7" Type="http://schemas.openxmlformats.org/officeDocument/2006/relationships/image" Target="../media/image2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svg"/><Relationship Id="rId7" Type="http://schemas.openxmlformats.org/officeDocument/2006/relationships/image" Target="../media/image2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6.svg"/><Relationship Id="rId10" Type="http://schemas.openxmlformats.org/officeDocument/2006/relationships/image" Target="../media/image29.png"/><Relationship Id="rId4" Type="http://schemas.openxmlformats.org/officeDocument/2006/relationships/image" Target="../media/image5.png"/><Relationship Id="rId9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2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12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.svg"/><Relationship Id="rId5" Type="http://schemas.openxmlformats.org/officeDocument/2006/relationships/image" Target="../media/image34.svg"/><Relationship Id="rId15" Type="http://schemas.openxmlformats.org/officeDocument/2006/relationships/image" Target="../media/image40.svg"/><Relationship Id="rId10" Type="http://schemas.openxmlformats.org/officeDocument/2006/relationships/image" Target="../media/image3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42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28.svg"/><Relationship Id="rId5" Type="http://schemas.openxmlformats.org/officeDocument/2006/relationships/image" Target="../media/image2.svg"/><Relationship Id="rId15" Type="http://schemas.openxmlformats.org/officeDocument/2006/relationships/image" Target="../media/image46.svg"/><Relationship Id="rId10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44.svg"/><Relationship Id="rId14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28.svg"/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12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44.svg"/><Relationship Id="rId5" Type="http://schemas.openxmlformats.org/officeDocument/2006/relationships/image" Target="../media/image48.svg"/><Relationship Id="rId15" Type="http://schemas.openxmlformats.org/officeDocument/2006/relationships/image" Target="../media/image16.svg"/><Relationship Id="rId10" Type="http://schemas.openxmlformats.org/officeDocument/2006/relationships/image" Target="../media/image43.png"/><Relationship Id="rId4" Type="http://schemas.openxmlformats.org/officeDocument/2006/relationships/image" Target="../media/image47.png"/><Relationship Id="rId9" Type="http://schemas.openxmlformats.org/officeDocument/2006/relationships/image" Target="../media/image42.sv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0.svg"/><Relationship Id="rId7" Type="http://schemas.openxmlformats.org/officeDocument/2006/relationships/image" Target="../media/image6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.svg"/><Relationship Id="rId5" Type="http://schemas.openxmlformats.org/officeDocument/2006/relationships/image" Target="../media/image52.svg"/><Relationship Id="rId10" Type="http://schemas.openxmlformats.org/officeDocument/2006/relationships/image" Target="../media/image3.png"/><Relationship Id="rId4" Type="http://schemas.openxmlformats.org/officeDocument/2006/relationships/image" Target="../media/image51.png"/><Relationship Id="rId9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.svg"/><Relationship Id="rId7" Type="http://schemas.openxmlformats.org/officeDocument/2006/relationships/image" Target="../media/image5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.svg"/><Relationship Id="rId7" Type="http://schemas.openxmlformats.org/officeDocument/2006/relationships/image" Target="../media/image5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24.svg"/><Relationship Id="rId5" Type="http://schemas.openxmlformats.org/officeDocument/2006/relationships/image" Target="../media/image6.svg"/><Relationship Id="rId10" Type="http://schemas.openxmlformats.org/officeDocument/2006/relationships/image" Target="../media/image23.png"/><Relationship Id="rId4" Type="http://schemas.openxmlformats.org/officeDocument/2006/relationships/image" Target="../media/image5.png"/><Relationship Id="rId9" Type="http://schemas.openxmlformats.org/officeDocument/2006/relationships/image" Target="../media/image6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0.svg"/><Relationship Id="rId7" Type="http://schemas.openxmlformats.org/officeDocument/2006/relationships/image" Target="../media/image6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4.svg"/><Relationship Id="rId5" Type="http://schemas.openxmlformats.org/officeDocument/2006/relationships/image" Target="../media/image4.sv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2.svg"/><Relationship Id="rId7" Type="http://schemas.openxmlformats.org/officeDocument/2006/relationships/image" Target="../media/image64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10.svg"/><Relationship Id="rId5" Type="http://schemas.openxmlformats.org/officeDocument/2006/relationships/image" Target="../media/image22.svg"/><Relationship Id="rId10" Type="http://schemas.openxmlformats.org/officeDocument/2006/relationships/image" Target="../media/image9.png"/><Relationship Id="rId4" Type="http://schemas.openxmlformats.org/officeDocument/2006/relationships/image" Target="../media/image21.png"/><Relationship Id="rId9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7" Type="http://schemas.openxmlformats.org/officeDocument/2006/relationships/image" Target="../media/image70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248111">
            <a:off x="-1117002" y="5894383"/>
            <a:ext cx="8481745" cy="8785235"/>
          </a:xfrm>
          <a:custGeom>
            <a:avLst/>
            <a:gdLst/>
            <a:ahLst/>
            <a:cxnLst/>
            <a:rect l="l" t="t" r="r" b="b"/>
            <a:pathLst>
              <a:path w="8481745" h="8785235">
                <a:moveTo>
                  <a:pt x="0" y="0"/>
                </a:moveTo>
                <a:lnTo>
                  <a:pt x="8481744" y="0"/>
                </a:lnTo>
                <a:lnTo>
                  <a:pt x="8481744" y="8785234"/>
                </a:lnTo>
                <a:lnTo>
                  <a:pt x="0" y="8785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882929" y="8551572"/>
            <a:ext cx="7230479" cy="4114800"/>
          </a:xfrm>
          <a:custGeom>
            <a:avLst/>
            <a:gdLst/>
            <a:ahLst/>
            <a:cxnLst/>
            <a:rect l="l" t="t" r="r" b="b"/>
            <a:pathLst>
              <a:path w="7230479" h="4114800">
                <a:moveTo>
                  <a:pt x="0" y="0"/>
                </a:moveTo>
                <a:lnTo>
                  <a:pt x="7230480" y="0"/>
                </a:lnTo>
                <a:lnTo>
                  <a:pt x="72304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44975" y="6993561"/>
            <a:ext cx="6939310" cy="4529477"/>
          </a:xfrm>
          <a:custGeom>
            <a:avLst/>
            <a:gdLst/>
            <a:ahLst/>
            <a:cxnLst/>
            <a:rect l="l" t="t" r="r" b="b"/>
            <a:pathLst>
              <a:path w="6939310" h="4529477">
                <a:moveTo>
                  <a:pt x="0" y="0"/>
                </a:moveTo>
                <a:lnTo>
                  <a:pt x="6939310" y="0"/>
                </a:lnTo>
                <a:lnTo>
                  <a:pt x="6939310" y="4529478"/>
                </a:lnTo>
                <a:lnTo>
                  <a:pt x="0" y="45294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175192" flipV="1">
            <a:off x="-1241155" y="-2455238"/>
            <a:ext cx="7276977" cy="4114800"/>
          </a:xfrm>
          <a:custGeom>
            <a:avLst/>
            <a:gdLst/>
            <a:ahLst/>
            <a:cxnLst/>
            <a:rect l="l" t="t" r="r" b="b"/>
            <a:pathLst>
              <a:path w="7276977" h="4114800">
                <a:moveTo>
                  <a:pt x="0" y="4114800"/>
                </a:moveTo>
                <a:lnTo>
                  <a:pt x="7276977" y="4114800"/>
                </a:lnTo>
                <a:lnTo>
                  <a:pt x="7276977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88152" y="878921"/>
            <a:ext cx="2009181" cy="1881324"/>
          </a:xfrm>
          <a:custGeom>
            <a:avLst/>
            <a:gdLst/>
            <a:ahLst/>
            <a:cxnLst/>
            <a:rect l="l" t="t" r="r" b="b"/>
            <a:pathLst>
              <a:path w="2009181" h="1881324">
                <a:moveTo>
                  <a:pt x="0" y="0"/>
                </a:moveTo>
                <a:lnTo>
                  <a:pt x="2009182" y="0"/>
                </a:lnTo>
                <a:lnTo>
                  <a:pt x="2009182" y="1881324"/>
                </a:lnTo>
                <a:lnTo>
                  <a:pt x="0" y="18813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021943">
            <a:off x="13211895" y="-3241631"/>
            <a:ext cx="5927725" cy="5507395"/>
          </a:xfrm>
          <a:custGeom>
            <a:avLst/>
            <a:gdLst/>
            <a:ahLst/>
            <a:cxnLst/>
            <a:rect l="l" t="t" r="r" b="b"/>
            <a:pathLst>
              <a:path w="5927725" h="5507395">
                <a:moveTo>
                  <a:pt x="0" y="0"/>
                </a:moveTo>
                <a:lnTo>
                  <a:pt x="5927725" y="0"/>
                </a:lnTo>
                <a:lnTo>
                  <a:pt x="5927725" y="5507395"/>
                </a:lnTo>
                <a:lnTo>
                  <a:pt x="0" y="55073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175757" y="3357452"/>
            <a:ext cx="2714395" cy="2795725"/>
          </a:xfrm>
          <a:custGeom>
            <a:avLst/>
            <a:gdLst/>
            <a:ahLst/>
            <a:cxnLst/>
            <a:rect l="l" t="t" r="r" b="b"/>
            <a:pathLst>
              <a:path w="2714395" h="2795725">
                <a:moveTo>
                  <a:pt x="0" y="0"/>
                </a:moveTo>
                <a:lnTo>
                  <a:pt x="2714395" y="0"/>
                </a:lnTo>
                <a:lnTo>
                  <a:pt x="2714395" y="2795725"/>
                </a:lnTo>
                <a:lnTo>
                  <a:pt x="0" y="27957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38666">
            <a:off x="3491994" y="-876290"/>
            <a:ext cx="3239470" cy="4114800"/>
          </a:xfrm>
          <a:custGeom>
            <a:avLst/>
            <a:gdLst/>
            <a:ahLst/>
            <a:cxnLst/>
            <a:rect l="l" t="t" r="r" b="b"/>
            <a:pathLst>
              <a:path w="3239470" h="4114800">
                <a:moveTo>
                  <a:pt x="0" y="0"/>
                </a:moveTo>
                <a:lnTo>
                  <a:pt x="3239470" y="0"/>
                </a:lnTo>
                <a:lnTo>
                  <a:pt x="32394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949190" y="556446"/>
            <a:ext cx="2195785" cy="2203799"/>
          </a:xfrm>
          <a:custGeom>
            <a:avLst/>
            <a:gdLst/>
            <a:ahLst/>
            <a:cxnLst/>
            <a:rect l="l" t="t" r="r" b="b"/>
            <a:pathLst>
              <a:path w="2195785" h="2203799">
                <a:moveTo>
                  <a:pt x="0" y="0"/>
                </a:moveTo>
                <a:lnTo>
                  <a:pt x="2195785" y="0"/>
                </a:lnTo>
                <a:lnTo>
                  <a:pt x="2195785" y="2203799"/>
                </a:lnTo>
                <a:lnTo>
                  <a:pt x="0" y="220379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800288" y="3724007"/>
            <a:ext cx="16687424" cy="235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30"/>
              </a:lnSpc>
              <a:spcBef>
                <a:spcPct val="0"/>
              </a:spcBef>
            </a:pPr>
            <a:r>
              <a:rPr lang="en-US" sz="9000" b="1">
                <a:solidFill>
                  <a:srgbClr val="30303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SMART CITY WEATHER SIMULATION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42325" y="7428997"/>
            <a:ext cx="6939310" cy="4529477"/>
          </a:xfrm>
          <a:custGeom>
            <a:avLst/>
            <a:gdLst/>
            <a:ahLst/>
            <a:cxnLst/>
            <a:rect l="l" t="t" r="r" b="b"/>
            <a:pathLst>
              <a:path w="6939310" h="4529477">
                <a:moveTo>
                  <a:pt x="0" y="0"/>
                </a:moveTo>
                <a:lnTo>
                  <a:pt x="6939310" y="0"/>
                </a:lnTo>
                <a:lnTo>
                  <a:pt x="6939310" y="4529477"/>
                </a:lnTo>
                <a:lnTo>
                  <a:pt x="0" y="4529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3191215" y="8485839"/>
            <a:ext cx="5927725" cy="5507395"/>
          </a:xfrm>
          <a:custGeom>
            <a:avLst/>
            <a:gdLst/>
            <a:ahLst/>
            <a:cxnLst/>
            <a:rect l="l" t="t" r="r" b="b"/>
            <a:pathLst>
              <a:path w="5927725" h="5507395">
                <a:moveTo>
                  <a:pt x="0" y="0"/>
                </a:moveTo>
                <a:lnTo>
                  <a:pt x="5927724" y="0"/>
                </a:lnTo>
                <a:lnTo>
                  <a:pt x="5927724" y="5507395"/>
                </a:lnTo>
                <a:lnTo>
                  <a:pt x="0" y="5507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612005" y="8809689"/>
            <a:ext cx="6985000" cy="4114800"/>
          </a:xfrm>
          <a:custGeom>
            <a:avLst/>
            <a:gdLst/>
            <a:ahLst/>
            <a:cxnLst/>
            <a:rect l="l" t="t" r="r" b="b"/>
            <a:pathLst>
              <a:path w="6985000" h="4114800">
                <a:moveTo>
                  <a:pt x="0" y="0"/>
                </a:moveTo>
                <a:lnTo>
                  <a:pt x="6985000" y="0"/>
                </a:lnTo>
                <a:lnTo>
                  <a:pt x="6985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892533">
            <a:off x="12527722" y="-3137132"/>
            <a:ext cx="6176504" cy="5615004"/>
          </a:xfrm>
          <a:custGeom>
            <a:avLst/>
            <a:gdLst/>
            <a:ahLst/>
            <a:cxnLst/>
            <a:rect l="l" t="t" r="r" b="b"/>
            <a:pathLst>
              <a:path w="6176504" h="5615004">
                <a:moveTo>
                  <a:pt x="0" y="0"/>
                </a:moveTo>
                <a:lnTo>
                  <a:pt x="6176504" y="0"/>
                </a:lnTo>
                <a:lnTo>
                  <a:pt x="6176504" y="5615003"/>
                </a:lnTo>
                <a:lnTo>
                  <a:pt x="0" y="56150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028700" y="2796985"/>
            <a:ext cx="9158319" cy="111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10"/>
              </a:lnSpc>
            </a:pPr>
            <a:r>
              <a:rPr lang="en-US" sz="3500" b="1" spc="-175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Course Code  :    CSE411</a:t>
            </a:r>
          </a:p>
          <a:p>
            <a:pPr algn="just">
              <a:lnSpc>
                <a:spcPts val="4410"/>
              </a:lnSpc>
            </a:pPr>
            <a:r>
              <a:rPr lang="en-US" sz="3500" b="1" spc="-175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Course Title     :   Computer Graphics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50305" y="4680472"/>
            <a:ext cx="7633845" cy="233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1"/>
              </a:lnSpc>
              <a:spcBef>
                <a:spcPct val="0"/>
              </a:spcBef>
            </a:pPr>
            <a:r>
              <a:rPr lang="en-US" sz="3660" b="1" spc="-183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Yamina Islam</a:t>
            </a:r>
          </a:p>
          <a:p>
            <a:pPr algn="just">
              <a:lnSpc>
                <a:spcPts val="4611"/>
              </a:lnSpc>
              <a:spcBef>
                <a:spcPct val="0"/>
              </a:spcBef>
            </a:pPr>
            <a:r>
              <a:rPr lang="en-US" sz="3660" b="1" spc="-183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Lecturer</a:t>
            </a:r>
          </a:p>
          <a:p>
            <a:pPr algn="just">
              <a:lnSpc>
                <a:spcPts val="4611"/>
              </a:lnSpc>
              <a:spcBef>
                <a:spcPct val="0"/>
              </a:spcBef>
            </a:pPr>
            <a:r>
              <a:rPr lang="en-US" sz="3660" b="1" spc="-183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Department of CSE</a:t>
            </a:r>
          </a:p>
          <a:p>
            <a:pPr algn="just">
              <a:lnSpc>
                <a:spcPts val="4611"/>
              </a:lnSpc>
              <a:spcBef>
                <a:spcPct val="0"/>
              </a:spcBef>
            </a:pPr>
            <a:r>
              <a:rPr lang="en-US" sz="3660" b="1" spc="-183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Daffodil International University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96343">
            <a:off x="12220740" y="8142660"/>
            <a:ext cx="7536020" cy="4288681"/>
          </a:xfrm>
          <a:custGeom>
            <a:avLst/>
            <a:gdLst/>
            <a:ahLst/>
            <a:cxnLst/>
            <a:rect l="l" t="t" r="r" b="b"/>
            <a:pathLst>
              <a:path w="7536020" h="4288681">
                <a:moveTo>
                  <a:pt x="0" y="0"/>
                </a:moveTo>
                <a:lnTo>
                  <a:pt x="7536020" y="0"/>
                </a:lnTo>
                <a:lnTo>
                  <a:pt x="7536020" y="4288680"/>
                </a:lnTo>
                <a:lnTo>
                  <a:pt x="0" y="4288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33450" y="8042877"/>
            <a:ext cx="8021099" cy="5235590"/>
          </a:xfrm>
          <a:custGeom>
            <a:avLst/>
            <a:gdLst/>
            <a:ahLst/>
            <a:cxnLst/>
            <a:rect l="l" t="t" r="r" b="b"/>
            <a:pathLst>
              <a:path w="8021099" h="5235590">
                <a:moveTo>
                  <a:pt x="0" y="0"/>
                </a:moveTo>
                <a:lnTo>
                  <a:pt x="8021100" y="0"/>
                </a:lnTo>
                <a:lnTo>
                  <a:pt x="8021100" y="5235590"/>
                </a:lnTo>
                <a:lnTo>
                  <a:pt x="0" y="52355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5639941" y="-613414"/>
            <a:ext cx="2849365" cy="2771655"/>
          </a:xfrm>
          <a:custGeom>
            <a:avLst/>
            <a:gdLst/>
            <a:ahLst/>
            <a:cxnLst/>
            <a:rect l="l" t="t" r="r" b="b"/>
            <a:pathLst>
              <a:path w="2849365" h="2771655">
                <a:moveTo>
                  <a:pt x="0" y="0"/>
                </a:moveTo>
                <a:lnTo>
                  <a:pt x="2849365" y="0"/>
                </a:lnTo>
                <a:lnTo>
                  <a:pt x="2849365" y="2771656"/>
                </a:lnTo>
                <a:lnTo>
                  <a:pt x="0" y="2771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81748">
            <a:off x="-747735" y="-4307272"/>
            <a:ext cx="6531599" cy="6484096"/>
          </a:xfrm>
          <a:custGeom>
            <a:avLst/>
            <a:gdLst/>
            <a:ahLst/>
            <a:cxnLst/>
            <a:rect l="l" t="t" r="r" b="b"/>
            <a:pathLst>
              <a:path w="6531599" h="6484096">
                <a:moveTo>
                  <a:pt x="0" y="0"/>
                </a:moveTo>
                <a:lnTo>
                  <a:pt x="6531599" y="0"/>
                </a:lnTo>
                <a:lnTo>
                  <a:pt x="6531599" y="6484096"/>
                </a:lnTo>
                <a:lnTo>
                  <a:pt x="0" y="64840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2360806" y="2373013"/>
            <a:ext cx="5927194" cy="5853104"/>
          </a:xfrm>
          <a:custGeom>
            <a:avLst/>
            <a:gdLst/>
            <a:ahLst/>
            <a:cxnLst/>
            <a:rect l="l" t="t" r="r" b="b"/>
            <a:pathLst>
              <a:path w="5927194" h="5853104">
                <a:moveTo>
                  <a:pt x="0" y="0"/>
                </a:moveTo>
                <a:lnTo>
                  <a:pt x="5927194" y="0"/>
                </a:lnTo>
                <a:lnTo>
                  <a:pt x="5927194" y="5853104"/>
                </a:lnTo>
                <a:lnTo>
                  <a:pt x="0" y="58531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48666" y="3219911"/>
            <a:ext cx="9267073" cy="1045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32"/>
              </a:lnSpc>
              <a:spcBef>
                <a:spcPct val="0"/>
              </a:spcBef>
            </a:pPr>
            <a:r>
              <a:rPr lang="en-US" sz="7765" b="1">
                <a:solidFill>
                  <a:srgbClr val="30303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TEAM INFO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68605" y="5114925"/>
            <a:ext cx="3113597" cy="75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3"/>
              </a:lnSpc>
            </a:pPr>
            <a:r>
              <a:rPr lang="en-US" sz="2360" b="1" spc="-118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Md. Wazid Hasan Likhon</a:t>
            </a:r>
          </a:p>
          <a:p>
            <a:pPr algn="just">
              <a:lnSpc>
                <a:spcPts val="2973"/>
              </a:lnSpc>
            </a:pPr>
            <a:r>
              <a:rPr lang="en-US" sz="2360" b="1" spc="-118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0242310005101218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09326" y="6392508"/>
            <a:ext cx="3602807" cy="75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3"/>
              </a:lnSpc>
            </a:pPr>
            <a:r>
              <a:rPr lang="en-US" sz="2360" b="1" spc="-118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Mosabbir Hossen Maruf</a:t>
            </a:r>
          </a:p>
          <a:p>
            <a:pPr algn="just">
              <a:lnSpc>
                <a:spcPts val="2973"/>
              </a:lnSpc>
            </a:pPr>
            <a:r>
              <a:rPr lang="en-US" sz="2360" b="1" spc="-118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0242310005101182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392508"/>
            <a:ext cx="3602807" cy="75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3"/>
              </a:lnSpc>
            </a:pPr>
            <a:r>
              <a:rPr lang="en-US" sz="2360" b="1" spc="-118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Shahriar Imtiaz Limon</a:t>
            </a:r>
          </a:p>
          <a:p>
            <a:pPr algn="just">
              <a:lnSpc>
                <a:spcPts val="2973"/>
              </a:lnSpc>
            </a:pPr>
            <a:r>
              <a:rPr lang="en-US" sz="2360" b="1" spc="-118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0242310005101283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5841" y="841664"/>
            <a:ext cx="2703667" cy="2703667"/>
          </a:xfrm>
          <a:custGeom>
            <a:avLst/>
            <a:gdLst/>
            <a:ahLst/>
            <a:cxnLst/>
            <a:rect l="l" t="t" r="r" b="b"/>
            <a:pathLst>
              <a:path w="2703667" h="2703667">
                <a:moveTo>
                  <a:pt x="0" y="0"/>
                </a:moveTo>
                <a:lnTo>
                  <a:pt x="2703667" y="0"/>
                </a:lnTo>
                <a:lnTo>
                  <a:pt x="2703667" y="2703666"/>
                </a:lnTo>
                <a:lnTo>
                  <a:pt x="0" y="2703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5841" y="3897869"/>
            <a:ext cx="2703667" cy="2703667"/>
          </a:xfrm>
          <a:custGeom>
            <a:avLst/>
            <a:gdLst/>
            <a:ahLst/>
            <a:cxnLst/>
            <a:rect l="l" t="t" r="r" b="b"/>
            <a:pathLst>
              <a:path w="2703667" h="2703667">
                <a:moveTo>
                  <a:pt x="0" y="0"/>
                </a:moveTo>
                <a:lnTo>
                  <a:pt x="2703667" y="0"/>
                </a:lnTo>
                <a:lnTo>
                  <a:pt x="2703667" y="2703666"/>
                </a:lnTo>
                <a:lnTo>
                  <a:pt x="0" y="2703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68464" y="6953960"/>
            <a:ext cx="2703667" cy="2703667"/>
          </a:xfrm>
          <a:custGeom>
            <a:avLst/>
            <a:gdLst/>
            <a:ahLst/>
            <a:cxnLst/>
            <a:rect l="l" t="t" r="r" b="b"/>
            <a:pathLst>
              <a:path w="2703667" h="2703667">
                <a:moveTo>
                  <a:pt x="0" y="0"/>
                </a:moveTo>
                <a:lnTo>
                  <a:pt x="2703667" y="0"/>
                </a:lnTo>
                <a:lnTo>
                  <a:pt x="2703667" y="2703667"/>
                </a:lnTo>
                <a:lnTo>
                  <a:pt x="0" y="2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9341" y="1293111"/>
            <a:ext cx="1816667" cy="1800771"/>
          </a:xfrm>
          <a:custGeom>
            <a:avLst/>
            <a:gdLst/>
            <a:ahLst/>
            <a:cxnLst/>
            <a:rect l="l" t="t" r="r" b="b"/>
            <a:pathLst>
              <a:path w="1816667" h="1800771">
                <a:moveTo>
                  <a:pt x="0" y="0"/>
                </a:moveTo>
                <a:lnTo>
                  <a:pt x="1816667" y="0"/>
                </a:lnTo>
                <a:lnTo>
                  <a:pt x="1816667" y="1800771"/>
                </a:lnTo>
                <a:lnTo>
                  <a:pt x="0" y="18007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15388" y="7405408"/>
            <a:ext cx="1809820" cy="1800771"/>
          </a:xfrm>
          <a:custGeom>
            <a:avLst/>
            <a:gdLst/>
            <a:ahLst/>
            <a:cxnLst/>
            <a:rect l="l" t="t" r="r" b="b"/>
            <a:pathLst>
              <a:path w="1809820" h="1800771">
                <a:moveTo>
                  <a:pt x="0" y="0"/>
                </a:moveTo>
                <a:lnTo>
                  <a:pt x="1809820" y="0"/>
                </a:lnTo>
                <a:lnTo>
                  <a:pt x="1809820" y="1800771"/>
                </a:lnTo>
                <a:lnTo>
                  <a:pt x="0" y="1800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2764" y="4387731"/>
            <a:ext cx="1809820" cy="1800771"/>
          </a:xfrm>
          <a:custGeom>
            <a:avLst/>
            <a:gdLst/>
            <a:ahLst/>
            <a:cxnLst/>
            <a:rect l="l" t="t" r="r" b="b"/>
            <a:pathLst>
              <a:path w="1809820" h="1800771">
                <a:moveTo>
                  <a:pt x="0" y="0"/>
                </a:moveTo>
                <a:lnTo>
                  <a:pt x="1809820" y="0"/>
                </a:lnTo>
                <a:lnTo>
                  <a:pt x="1809820" y="1800772"/>
                </a:lnTo>
                <a:lnTo>
                  <a:pt x="0" y="18007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674904" y="1388361"/>
            <a:ext cx="8820447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sz="6199" b="1">
                <a:solidFill>
                  <a:srgbClr val="00000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TABLE OF CONTENT</a:t>
            </a:r>
          </a:p>
        </p:txBody>
      </p:sp>
      <p:sp>
        <p:nvSpPr>
          <p:cNvPr id="9" name="Freeform 9"/>
          <p:cNvSpPr/>
          <p:nvPr/>
        </p:nvSpPr>
        <p:spPr>
          <a:xfrm rot="-1396343">
            <a:off x="12220740" y="8142660"/>
            <a:ext cx="7536020" cy="4288681"/>
          </a:xfrm>
          <a:custGeom>
            <a:avLst/>
            <a:gdLst/>
            <a:ahLst/>
            <a:cxnLst/>
            <a:rect l="l" t="t" r="r" b="b"/>
            <a:pathLst>
              <a:path w="7536020" h="4288681">
                <a:moveTo>
                  <a:pt x="0" y="0"/>
                </a:moveTo>
                <a:lnTo>
                  <a:pt x="7536020" y="0"/>
                </a:lnTo>
                <a:lnTo>
                  <a:pt x="7536020" y="4288680"/>
                </a:lnTo>
                <a:lnTo>
                  <a:pt x="0" y="42886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000747" y="-2630027"/>
            <a:ext cx="5078343" cy="5260054"/>
          </a:xfrm>
          <a:custGeom>
            <a:avLst/>
            <a:gdLst/>
            <a:ahLst/>
            <a:cxnLst/>
            <a:rect l="l" t="t" r="r" b="b"/>
            <a:pathLst>
              <a:path w="5078343" h="5260054">
                <a:moveTo>
                  <a:pt x="0" y="0"/>
                </a:moveTo>
                <a:lnTo>
                  <a:pt x="5078343" y="0"/>
                </a:lnTo>
                <a:lnTo>
                  <a:pt x="5078343" y="5260054"/>
                </a:lnTo>
                <a:lnTo>
                  <a:pt x="0" y="52600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5348556" y="3252190"/>
            <a:ext cx="5843073" cy="4357605"/>
            <a:chOff x="0" y="0"/>
            <a:chExt cx="7790763" cy="581013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8772" cy="527448"/>
            </a:xfrm>
            <a:custGeom>
              <a:avLst/>
              <a:gdLst/>
              <a:ahLst/>
              <a:cxnLst/>
              <a:rect l="l" t="t" r="r" b="b"/>
              <a:pathLst>
                <a:path w="408772" h="527448">
                  <a:moveTo>
                    <a:pt x="0" y="0"/>
                  </a:moveTo>
                  <a:lnTo>
                    <a:pt x="408772" y="0"/>
                  </a:lnTo>
                  <a:lnTo>
                    <a:pt x="408772" y="527448"/>
                  </a:lnTo>
                  <a:lnTo>
                    <a:pt x="0" y="52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570946" y="-21179"/>
              <a:ext cx="5860204" cy="5346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Introduction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806848"/>
              <a:ext cx="408772" cy="527448"/>
            </a:xfrm>
            <a:custGeom>
              <a:avLst/>
              <a:gdLst/>
              <a:ahLst/>
              <a:cxnLst/>
              <a:rect l="l" t="t" r="r" b="b"/>
              <a:pathLst>
                <a:path w="408772" h="527448">
                  <a:moveTo>
                    <a:pt x="0" y="0"/>
                  </a:moveTo>
                  <a:lnTo>
                    <a:pt x="408772" y="0"/>
                  </a:lnTo>
                  <a:lnTo>
                    <a:pt x="408772" y="527449"/>
                  </a:lnTo>
                  <a:lnTo>
                    <a:pt x="0" y="527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570946" y="785669"/>
              <a:ext cx="5860204" cy="5346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Objective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1613697"/>
              <a:ext cx="408772" cy="527448"/>
            </a:xfrm>
            <a:custGeom>
              <a:avLst/>
              <a:gdLst/>
              <a:ahLst/>
              <a:cxnLst/>
              <a:rect l="l" t="t" r="r" b="b"/>
              <a:pathLst>
                <a:path w="408772" h="527448">
                  <a:moveTo>
                    <a:pt x="0" y="0"/>
                  </a:moveTo>
                  <a:lnTo>
                    <a:pt x="408772" y="0"/>
                  </a:lnTo>
                  <a:lnTo>
                    <a:pt x="408772" y="527448"/>
                  </a:lnTo>
                  <a:lnTo>
                    <a:pt x="0" y="52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570946" y="1592518"/>
              <a:ext cx="5860204" cy="5346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Methodology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2557346"/>
              <a:ext cx="408772" cy="527448"/>
            </a:xfrm>
            <a:custGeom>
              <a:avLst/>
              <a:gdLst/>
              <a:ahLst/>
              <a:cxnLst/>
              <a:rect l="l" t="t" r="r" b="b"/>
              <a:pathLst>
                <a:path w="408772" h="527448">
                  <a:moveTo>
                    <a:pt x="0" y="0"/>
                  </a:moveTo>
                  <a:lnTo>
                    <a:pt x="408772" y="0"/>
                  </a:lnTo>
                  <a:lnTo>
                    <a:pt x="408772" y="527448"/>
                  </a:lnTo>
                  <a:lnTo>
                    <a:pt x="0" y="52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570946" y="2536167"/>
              <a:ext cx="5860204" cy="5346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Project Output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3516594"/>
              <a:ext cx="408772" cy="527448"/>
            </a:xfrm>
            <a:custGeom>
              <a:avLst/>
              <a:gdLst/>
              <a:ahLst/>
              <a:cxnLst/>
              <a:rect l="l" t="t" r="r" b="b"/>
              <a:pathLst>
                <a:path w="408772" h="527448">
                  <a:moveTo>
                    <a:pt x="0" y="0"/>
                  </a:moveTo>
                  <a:lnTo>
                    <a:pt x="408772" y="0"/>
                  </a:lnTo>
                  <a:lnTo>
                    <a:pt x="408772" y="527449"/>
                  </a:lnTo>
                  <a:lnTo>
                    <a:pt x="0" y="527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570946" y="3470016"/>
              <a:ext cx="7219817" cy="5346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Benefits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4323443"/>
              <a:ext cx="408772" cy="527448"/>
            </a:xfrm>
            <a:custGeom>
              <a:avLst/>
              <a:gdLst/>
              <a:ahLst/>
              <a:cxnLst/>
              <a:rect l="l" t="t" r="r" b="b"/>
              <a:pathLst>
                <a:path w="408772" h="527448">
                  <a:moveTo>
                    <a:pt x="0" y="0"/>
                  </a:moveTo>
                  <a:lnTo>
                    <a:pt x="408772" y="0"/>
                  </a:lnTo>
                  <a:lnTo>
                    <a:pt x="408772" y="527448"/>
                  </a:lnTo>
                  <a:lnTo>
                    <a:pt x="0" y="52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570946" y="4276864"/>
              <a:ext cx="5860204" cy="5346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Future Plan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5282691"/>
              <a:ext cx="408772" cy="527448"/>
            </a:xfrm>
            <a:custGeom>
              <a:avLst/>
              <a:gdLst/>
              <a:ahLst/>
              <a:cxnLst/>
              <a:rect l="l" t="t" r="r" b="b"/>
              <a:pathLst>
                <a:path w="408772" h="527448">
                  <a:moveTo>
                    <a:pt x="0" y="0"/>
                  </a:moveTo>
                  <a:lnTo>
                    <a:pt x="408772" y="0"/>
                  </a:lnTo>
                  <a:lnTo>
                    <a:pt x="408772" y="527448"/>
                  </a:lnTo>
                  <a:lnTo>
                    <a:pt x="0" y="52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570946" y="5236112"/>
              <a:ext cx="5860204" cy="5346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Conclusion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01716" y="7572103"/>
            <a:ext cx="6939310" cy="4529477"/>
          </a:xfrm>
          <a:custGeom>
            <a:avLst/>
            <a:gdLst/>
            <a:ahLst/>
            <a:cxnLst/>
            <a:rect l="l" t="t" r="r" b="b"/>
            <a:pathLst>
              <a:path w="6939310" h="4529477">
                <a:moveTo>
                  <a:pt x="0" y="0"/>
                </a:moveTo>
                <a:lnTo>
                  <a:pt x="6939310" y="0"/>
                </a:lnTo>
                <a:lnTo>
                  <a:pt x="6939310" y="4529477"/>
                </a:lnTo>
                <a:lnTo>
                  <a:pt x="0" y="4529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883284">
            <a:off x="12058233" y="6722138"/>
            <a:ext cx="8481745" cy="8785235"/>
          </a:xfrm>
          <a:custGeom>
            <a:avLst/>
            <a:gdLst/>
            <a:ahLst/>
            <a:cxnLst/>
            <a:rect l="l" t="t" r="r" b="b"/>
            <a:pathLst>
              <a:path w="8481745" h="8785235">
                <a:moveTo>
                  <a:pt x="0" y="0"/>
                </a:moveTo>
                <a:lnTo>
                  <a:pt x="8481745" y="0"/>
                </a:lnTo>
                <a:lnTo>
                  <a:pt x="8481745" y="8785235"/>
                </a:lnTo>
                <a:lnTo>
                  <a:pt x="0" y="8785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98202" y="8786001"/>
            <a:ext cx="7276977" cy="4114800"/>
          </a:xfrm>
          <a:custGeom>
            <a:avLst/>
            <a:gdLst/>
            <a:ahLst/>
            <a:cxnLst/>
            <a:rect l="l" t="t" r="r" b="b"/>
            <a:pathLst>
              <a:path w="7276977" h="4114800">
                <a:moveTo>
                  <a:pt x="0" y="0"/>
                </a:moveTo>
                <a:lnTo>
                  <a:pt x="7276977" y="0"/>
                </a:lnTo>
                <a:lnTo>
                  <a:pt x="72769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3068603" y="8962077"/>
            <a:ext cx="2009181" cy="1881324"/>
          </a:xfrm>
          <a:custGeom>
            <a:avLst/>
            <a:gdLst/>
            <a:ahLst/>
            <a:cxnLst/>
            <a:rect l="l" t="t" r="r" b="b"/>
            <a:pathLst>
              <a:path w="2009181" h="1881324">
                <a:moveTo>
                  <a:pt x="0" y="0"/>
                </a:moveTo>
                <a:lnTo>
                  <a:pt x="2009181" y="0"/>
                </a:lnTo>
                <a:lnTo>
                  <a:pt x="2009181" y="1881324"/>
                </a:lnTo>
                <a:lnTo>
                  <a:pt x="0" y="18813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749075">
            <a:off x="13725665" y="-4062449"/>
            <a:ext cx="6531599" cy="6484096"/>
          </a:xfrm>
          <a:custGeom>
            <a:avLst/>
            <a:gdLst/>
            <a:ahLst/>
            <a:cxnLst/>
            <a:rect l="l" t="t" r="r" b="b"/>
            <a:pathLst>
              <a:path w="6531599" h="6484096">
                <a:moveTo>
                  <a:pt x="0" y="0"/>
                </a:moveTo>
                <a:lnTo>
                  <a:pt x="6531598" y="0"/>
                </a:lnTo>
                <a:lnTo>
                  <a:pt x="6531598" y="6484096"/>
                </a:lnTo>
                <a:lnTo>
                  <a:pt x="0" y="64840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011568" y="2374054"/>
            <a:ext cx="8222406" cy="102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68"/>
              </a:lnSpc>
              <a:spcBef>
                <a:spcPct val="0"/>
              </a:spcBef>
            </a:pPr>
            <a:r>
              <a:rPr lang="en-US" sz="7699" b="1">
                <a:solidFill>
                  <a:srgbClr val="30303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I</a:t>
            </a:r>
            <a:r>
              <a:rPr lang="en-US" sz="7699" b="1" u="none" strike="noStrike">
                <a:solidFill>
                  <a:srgbClr val="30303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876860"/>
            <a:ext cx="8927373" cy="328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5"/>
              </a:lnSpc>
            </a:pPr>
            <a:r>
              <a:rPr lang="en-US" sz="2560" b="1" spc="-128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This project represents a 2D Smart City Weather Simulation developed using OpenGL and GLUT. It visually demonstrates a dynamic city environment including buildings, vehicles, weather effects, and day-night transitions. The simulation integrates multiple graphical elements such as moving cars, clouds, birds, and rain to create a realistic animated environment. User interaction is also supported through keyboard inputs to toggle weather and time conditions.</a:t>
            </a:r>
          </a:p>
        </p:txBody>
      </p:sp>
      <p:sp>
        <p:nvSpPr>
          <p:cNvPr id="9" name="Freeform 9"/>
          <p:cNvSpPr/>
          <p:nvPr/>
        </p:nvSpPr>
        <p:spPr>
          <a:xfrm rot="10638666">
            <a:off x="10050808" y="-1976392"/>
            <a:ext cx="3239470" cy="4114800"/>
          </a:xfrm>
          <a:custGeom>
            <a:avLst/>
            <a:gdLst/>
            <a:ahLst/>
            <a:cxnLst/>
            <a:rect l="l" t="t" r="r" b="b"/>
            <a:pathLst>
              <a:path w="3239470" h="4114800">
                <a:moveTo>
                  <a:pt x="0" y="0"/>
                </a:moveTo>
                <a:lnTo>
                  <a:pt x="3239470" y="0"/>
                </a:lnTo>
                <a:lnTo>
                  <a:pt x="32394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639808" y="2057400"/>
            <a:ext cx="6183382" cy="6172200"/>
          </a:xfrm>
          <a:custGeom>
            <a:avLst/>
            <a:gdLst/>
            <a:ahLst/>
            <a:cxnLst/>
            <a:rect l="l" t="t" r="r" b="b"/>
            <a:pathLst>
              <a:path w="6183382" h="6172200">
                <a:moveTo>
                  <a:pt x="0" y="0"/>
                </a:moveTo>
                <a:lnTo>
                  <a:pt x="6183381" y="0"/>
                </a:lnTo>
                <a:lnTo>
                  <a:pt x="618338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01716" y="7572103"/>
            <a:ext cx="6939310" cy="4529477"/>
          </a:xfrm>
          <a:custGeom>
            <a:avLst/>
            <a:gdLst/>
            <a:ahLst/>
            <a:cxnLst/>
            <a:rect l="l" t="t" r="r" b="b"/>
            <a:pathLst>
              <a:path w="6939310" h="4529477">
                <a:moveTo>
                  <a:pt x="0" y="0"/>
                </a:moveTo>
                <a:lnTo>
                  <a:pt x="6939310" y="0"/>
                </a:lnTo>
                <a:lnTo>
                  <a:pt x="6939310" y="4529477"/>
                </a:lnTo>
                <a:lnTo>
                  <a:pt x="0" y="4529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76324" y="2057400"/>
            <a:ext cx="6017379" cy="6172200"/>
          </a:xfrm>
          <a:custGeom>
            <a:avLst/>
            <a:gdLst/>
            <a:ahLst/>
            <a:cxnLst/>
            <a:rect l="l" t="t" r="r" b="b"/>
            <a:pathLst>
              <a:path w="6017379" h="6172200">
                <a:moveTo>
                  <a:pt x="0" y="0"/>
                </a:moveTo>
                <a:lnTo>
                  <a:pt x="6017379" y="0"/>
                </a:lnTo>
                <a:lnTo>
                  <a:pt x="6017379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8883284">
            <a:off x="12058233" y="6722138"/>
            <a:ext cx="8481745" cy="8785235"/>
          </a:xfrm>
          <a:custGeom>
            <a:avLst/>
            <a:gdLst/>
            <a:ahLst/>
            <a:cxnLst/>
            <a:rect l="l" t="t" r="r" b="b"/>
            <a:pathLst>
              <a:path w="8481745" h="8785235">
                <a:moveTo>
                  <a:pt x="0" y="0"/>
                </a:moveTo>
                <a:lnTo>
                  <a:pt x="8481745" y="0"/>
                </a:lnTo>
                <a:lnTo>
                  <a:pt x="8481745" y="8785235"/>
                </a:lnTo>
                <a:lnTo>
                  <a:pt x="0" y="87852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8202" y="8786001"/>
            <a:ext cx="7276977" cy="4114800"/>
          </a:xfrm>
          <a:custGeom>
            <a:avLst/>
            <a:gdLst/>
            <a:ahLst/>
            <a:cxnLst/>
            <a:rect l="l" t="t" r="r" b="b"/>
            <a:pathLst>
              <a:path w="7276977" h="4114800">
                <a:moveTo>
                  <a:pt x="0" y="0"/>
                </a:moveTo>
                <a:lnTo>
                  <a:pt x="7276977" y="0"/>
                </a:lnTo>
                <a:lnTo>
                  <a:pt x="72769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3068603" y="8962077"/>
            <a:ext cx="2009181" cy="1881324"/>
          </a:xfrm>
          <a:custGeom>
            <a:avLst/>
            <a:gdLst/>
            <a:ahLst/>
            <a:cxnLst/>
            <a:rect l="l" t="t" r="r" b="b"/>
            <a:pathLst>
              <a:path w="2009181" h="1881324">
                <a:moveTo>
                  <a:pt x="0" y="0"/>
                </a:moveTo>
                <a:lnTo>
                  <a:pt x="2009181" y="0"/>
                </a:lnTo>
                <a:lnTo>
                  <a:pt x="2009181" y="1881324"/>
                </a:lnTo>
                <a:lnTo>
                  <a:pt x="0" y="18813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49075">
            <a:off x="13725665" y="-4062449"/>
            <a:ext cx="6531599" cy="6484096"/>
          </a:xfrm>
          <a:custGeom>
            <a:avLst/>
            <a:gdLst/>
            <a:ahLst/>
            <a:cxnLst/>
            <a:rect l="l" t="t" r="r" b="b"/>
            <a:pathLst>
              <a:path w="6531599" h="6484096">
                <a:moveTo>
                  <a:pt x="0" y="0"/>
                </a:moveTo>
                <a:lnTo>
                  <a:pt x="6531598" y="0"/>
                </a:lnTo>
                <a:lnTo>
                  <a:pt x="6531598" y="6484096"/>
                </a:lnTo>
                <a:lnTo>
                  <a:pt x="0" y="64840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1011568" y="2374054"/>
            <a:ext cx="8222406" cy="102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68"/>
              </a:lnSpc>
              <a:spcBef>
                <a:spcPct val="0"/>
              </a:spcBef>
            </a:pPr>
            <a:r>
              <a:rPr lang="en-US" sz="7699" b="1">
                <a:solidFill>
                  <a:srgbClr val="30303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OBJE</a:t>
            </a:r>
            <a:r>
              <a:rPr lang="en-US" sz="7699" b="1" u="none" strike="noStrike">
                <a:solidFill>
                  <a:srgbClr val="30303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CTIVE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619" y="3876860"/>
            <a:ext cx="9031133" cy="4514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712" lvl="1" indent="-276356" algn="just">
              <a:lnSpc>
                <a:spcPts val="3225"/>
              </a:lnSpc>
              <a:buFont typeface="Arial"/>
              <a:buChar char="•"/>
            </a:pPr>
            <a:r>
              <a:rPr lang="en-US" sz="2560" b="1" spc="-128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To design and develop a realistic 2D city simulation.</a:t>
            </a:r>
          </a:p>
          <a:p>
            <a:pPr algn="just">
              <a:lnSpc>
                <a:spcPts val="3225"/>
              </a:lnSpc>
            </a:pPr>
            <a:endParaRPr lang="en-US" sz="2560" b="1" spc="-128">
              <a:solidFill>
                <a:srgbClr val="30303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52712" lvl="1" indent="-276356" algn="just">
              <a:lnSpc>
                <a:spcPts val="3225"/>
              </a:lnSpc>
              <a:buFont typeface="Arial"/>
              <a:buChar char="•"/>
            </a:pPr>
            <a:r>
              <a:rPr lang="en-US" sz="2560" b="1" spc="-128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To apply basic computer graphics concepts.</a:t>
            </a:r>
          </a:p>
          <a:p>
            <a:pPr algn="just">
              <a:lnSpc>
                <a:spcPts val="3225"/>
              </a:lnSpc>
            </a:pPr>
            <a:endParaRPr lang="en-US" sz="2560" b="1" spc="-128">
              <a:solidFill>
                <a:srgbClr val="30303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52712" lvl="1" indent="-276356" algn="just">
              <a:lnSpc>
                <a:spcPts val="3225"/>
              </a:lnSpc>
              <a:buFont typeface="Arial"/>
              <a:buChar char="•"/>
            </a:pPr>
            <a:r>
              <a:rPr lang="en-US" sz="2560" b="1" spc="-128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To demonstrate animation, rendering, and environmental effects.</a:t>
            </a:r>
          </a:p>
          <a:p>
            <a:pPr algn="just">
              <a:lnSpc>
                <a:spcPts val="3225"/>
              </a:lnSpc>
            </a:pPr>
            <a:endParaRPr lang="en-US" sz="2560" b="1" spc="-128">
              <a:solidFill>
                <a:srgbClr val="30303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52712" lvl="1" indent="-276356" algn="just">
              <a:lnSpc>
                <a:spcPts val="3225"/>
              </a:lnSpc>
              <a:buFont typeface="Arial"/>
              <a:buChar char="•"/>
            </a:pPr>
            <a:r>
              <a:rPr lang="en-US" sz="2560" b="1" spc="-128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To provide user interaction for controlling weather and day/night modes.</a:t>
            </a:r>
          </a:p>
          <a:p>
            <a:pPr algn="just">
              <a:lnSpc>
                <a:spcPts val="3225"/>
              </a:lnSpc>
            </a:pPr>
            <a:endParaRPr lang="en-US" sz="2560" b="1" spc="-128">
              <a:solidFill>
                <a:srgbClr val="30303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225"/>
              </a:lnSpc>
            </a:pPr>
            <a:endParaRPr lang="en-US" sz="2560" b="1" spc="-128">
              <a:solidFill>
                <a:srgbClr val="30303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0" name="Freeform 10"/>
          <p:cNvSpPr/>
          <p:nvPr/>
        </p:nvSpPr>
        <p:spPr>
          <a:xfrm rot="10638666">
            <a:off x="10050808" y="-1976392"/>
            <a:ext cx="3239470" cy="4114800"/>
          </a:xfrm>
          <a:custGeom>
            <a:avLst/>
            <a:gdLst/>
            <a:ahLst/>
            <a:cxnLst/>
            <a:rect l="l" t="t" r="r" b="b"/>
            <a:pathLst>
              <a:path w="3239470" h="4114800">
                <a:moveTo>
                  <a:pt x="0" y="0"/>
                </a:moveTo>
                <a:lnTo>
                  <a:pt x="3239470" y="0"/>
                </a:lnTo>
                <a:lnTo>
                  <a:pt x="32394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2364" y="4638555"/>
            <a:ext cx="4863014" cy="1386211"/>
            <a:chOff x="0" y="0"/>
            <a:chExt cx="1280794" cy="3650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0794" cy="365093"/>
            </a:xfrm>
            <a:custGeom>
              <a:avLst/>
              <a:gdLst/>
              <a:ahLst/>
              <a:cxnLst/>
              <a:rect l="l" t="t" r="r" b="b"/>
              <a:pathLst>
                <a:path w="1280794" h="365093">
                  <a:moveTo>
                    <a:pt x="52536" y="0"/>
                  </a:moveTo>
                  <a:lnTo>
                    <a:pt x="1228258" y="0"/>
                  </a:lnTo>
                  <a:cubicBezTo>
                    <a:pt x="1242191" y="0"/>
                    <a:pt x="1255554" y="5535"/>
                    <a:pt x="1265406" y="15387"/>
                  </a:cubicBezTo>
                  <a:cubicBezTo>
                    <a:pt x="1275259" y="25240"/>
                    <a:pt x="1280794" y="38603"/>
                    <a:pt x="1280794" y="52536"/>
                  </a:cubicBezTo>
                  <a:lnTo>
                    <a:pt x="1280794" y="312557"/>
                  </a:lnTo>
                  <a:cubicBezTo>
                    <a:pt x="1280794" y="326490"/>
                    <a:pt x="1275259" y="339853"/>
                    <a:pt x="1265406" y="349705"/>
                  </a:cubicBezTo>
                  <a:cubicBezTo>
                    <a:pt x="1255554" y="359558"/>
                    <a:pt x="1242191" y="365093"/>
                    <a:pt x="1228258" y="365093"/>
                  </a:cubicBezTo>
                  <a:lnTo>
                    <a:pt x="52536" y="365093"/>
                  </a:lnTo>
                  <a:cubicBezTo>
                    <a:pt x="38603" y="365093"/>
                    <a:pt x="25240" y="359558"/>
                    <a:pt x="15387" y="349705"/>
                  </a:cubicBezTo>
                  <a:cubicBezTo>
                    <a:pt x="5535" y="339853"/>
                    <a:pt x="0" y="326490"/>
                    <a:pt x="0" y="312557"/>
                  </a:cubicBezTo>
                  <a:lnTo>
                    <a:pt x="0" y="52536"/>
                  </a:lnTo>
                  <a:cubicBezTo>
                    <a:pt x="0" y="38603"/>
                    <a:pt x="5535" y="25240"/>
                    <a:pt x="15387" y="15387"/>
                  </a:cubicBezTo>
                  <a:cubicBezTo>
                    <a:pt x="25240" y="5535"/>
                    <a:pt x="38603" y="0"/>
                    <a:pt x="52536" y="0"/>
                  </a:cubicBezTo>
                  <a:close/>
                </a:path>
              </a:pathLst>
            </a:custGeom>
            <a:solidFill>
              <a:srgbClr val="FFB1A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80794" cy="412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982621" y="4638555"/>
            <a:ext cx="4863014" cy="1386211"/>
            <a:chOff x="0" y="0"/>
            <a:chExt cx="1280794" cy="3650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0794" cy="365093"/>
            </a:xfrm>
            <a:custGeom>
              <a:avLst/>
              <a:gdLst/>
              <a:ahLst/>
              <a:cxnLst/>
              <a:rect l="l" t="t" r="r" b="b"/>
              <a:pathLst>
                <a:path w="1280794" h="365093">
                  <a:moveTo>
                    <a:pt x="52536" y="0"/>
                  </a:moveTo>
                  <a:lnTo>
                    <a:pt x="1228258" y="0"/>
                  </a:lnTo>
                  <a:cubicBezTo>
                    <a:pt x="1242191" y="0"/>
                    <a:pt x="1255554" y="5535"/>
                    <a:pt x="1265406" y="15387"/>
                  </a:cubicBezTo>
                  <a:cubicBezTo>
                    <a:pt x="1275259" y="25240"/>
                    <a:pt x="1280794" y="38603"/>
                    <a:pt x="1280794" y="52536"/>
                  </a:cubicBezTo>
                  <a:lnTo>
                    <a:pt x="1280794" y="312557"/>
                  </a:lnTo>
                  <a:cubicBezTo>
                    <a:pt x="1280794" y="326490"/>
                    <a:pt x="1275259" y="339853"/>
                    <a:pt x="1265406" y="349705"/>
                  </a:cubicBezTo>
                  <a:cubicBezTo>
                    <a:pt x="1255554" y="359558"/>
                    <a:pt x="1242191" y="365093"/>
                    <a:pt x="1228258" y="365093"/>
                  </a:cubicBezTo>
                  <a:lnTo>
                    <a:pt x="52536" y="365093"/>
                  </a:lnTo>
                  <a:cubicBezTo>
                    <a:pt x="38603" y="365093"/>
                    <a:pt x="25240" y="359558"/>
                    <a:pt x="15387" y="349705"/>
                  </a:cubicBezTo>
                  <a:cubicBezTo>
                    <a:pt x="5535" y="339853"/>
                    <a:pt x="0" y="326490"/>
                    <a:pt x="0" y="312557"/>
                  </a:cubicBezTo>
                  <a:lnTo>
                    <a:pt x="0" y="52536"/>
                  </a:lnTo>
                  <a:cubicBezTo>
                    <a:pt x="0" y="38603"/>
                    <a:pt x="5535" y="25240"/>
                    <a:pt x="15387" y="15387"/>
                  </a:cubicBezTo>
                  <a:cubicBezTo>
                    <a:pt x="25240" y="5535"/>
                    <a:pt x="38603" y="0"/>
                    <a:pt x="52536" y="0"/>
                  </a:cubicBezTo>
                  <a:close/>
                </a:path>
              </a:pathLst>
            </a:custGeom>
            <a:solidFill>
              <a:srgbClr val="FFB1A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80794" cy="412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82621" y="6668803"/>
            <a:ext cx="4863014" cy="1386211"/>
            <a:chOff x="0" y="0"/>
            <a:chExt cx="1280794" cy="3650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0794" cy="365093"/>
            </a:xfrm>
            <a:custGeom>
              <a:avLst/>
              <a:gdLst/>
              <a:ahLst/>
              <a:cxnLst/>
              <a:rect l="l" t="t" r="r" b="b"/>
              <a:pathLst>
                <a:path w="1280794" h="365093">
                  <a:moveTo>
                    <a:pt x="52536" y="0"/>
                  </a:moveTo>
                  <a:lnTo>
                    <a:pt x="1228258" y="0"/>
                  </a:lnTo>
                  <a:cubicBezTo>
                    <a:pt x="1242191" y="0"/>
                    <a:pt x="1255554" y="5535"/>
                    <a:pt x="1265406" y="15387"/>
                  </a:cubicBezTo>
                  <a:cubicBezTo>
                    <a:pt x="1275259" y="25240"/>
                    <a:pt x="1280794" y="38603"/>
                    <a:pt x="1280794" y="52536"/>
                  </a:cubicBezTo>
                  <a:lnTo>
                    <a:pt x="1280794" y="312557"/>
                  </a:lnTo>
                  <a:cubicBezTo>
                    <a:pt x="1280794" y="326490"/>
                    <a:pt x="1275259" y="339853"/>
                    <a:pt x="1265406" y="349705"/>
                  </a:cubicBezTo>
                  <a:cubicBezTo>
                    <a:pt x="1255554" y="359558"/>
                    <a:pt x="1242191" y="365093"/>
                    <a:pt x="1228258" y="365093"/>
                  </a:cubicBezTo>
                  <a:lnTo>
                    <a:pt x="52536" y="365093"/>
                  </a:lnTo>
                  <a:cubicBezTo>
                    <a:pt x="38603" y="365093"/>
                    <a:pt x="25240" y="359558"/>
                    <a:pt x="15387" y="349705"/>
                  </a:cubicBezTo>
                  <a:cubicBezTo>
                    <a:pt x="5535" y="339853"/>
                    <a:pt x="0" y="326490"/>
                    <a:pt x="0" y="312557"/>
                  </a:cubicBezTo>
                  <a:lnTo>
                    <a:pt x="0" y="52536"/>
                  </a:lnTo>
                  <a:cubicBezTo>
                    <a:pt x="0" y="38603"/>
                    <a:pt x="5535" y="25240"/>
                    <a:pt x="15387" y="15387"/>
                  </a:cubicBezTo>
                  <a:cubicBezTo>
                    <a:pt x="25240" y="5535"/>
                    <a:pt x="38603" y="0"/>
                    <a:pt x="52536" y="0"/>
                  </a:cubicBezTo>
                  <a:close/>
                </a:path>
              </a:pathLst>
            </a:custGeom>
            <a:solidFill>
              <a:srgbClr val="6EC6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80794" cy="412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08265" y="4638555"/>
            <a:ext cx="4863014" cy="1386211"/>
            <a:chOff x="0" y="0"/>
            <a:chExt cx="1280794" cy="3650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0794" cy="365093"/>
            </a:xfrm>
            <a:custGeom>
              <a:avLst/>
              <a:gdLst/>
              <a:ahLst/>
              <a:cxnLst/>
              <a:rect l="l" t="t" r="r" b="b"/>
              <a:pathLst>
                <a:path w="1280794" h="365093">
                  <a:moveTo>
                    <a:pt x="52536" y="0"/>
                  </a:moveTo>
                  <a:lnTo>
                    <a:pt x="1228258" y="0"/>
                  </a:lnTo>
                  <a:cubicBezTo>
                    <a:pt x="1242191" y="0"/>
                    <a:pt x="1255554" y="5535"/>
                    <a:pt x="1265406" y="15387"/>
                  </a:cubicBezTo>
                  <a:cubicBezTo>
                    <a:pt x="1275259" y="25240"/>
                    <a:pt x="1280794" y="38603"/>
                    <a:pt x="1280794" y="52536"/>
                  </a:cubicBezTo>
                  <a:lnTo>
                    <a:pt x="1280794" y="312557"/>
                  </a:lnTo>
                  <a:cubicBezTo>
                    <a:pt x="1280794" y="326490"/>
                    <a:pt x="1275259" y="339853"/>
                    <a:pt x="1265406" y="349705"/>
                  </a:cubicBezTo>
                  <a:cubicBezTo>
                    <a:pt x="1255554" y="359558"/>
                    <a:pt x="1242191" y="365093"/>
                    <a:pt x="1228258" y="365093"/>
                  </a:cubicBezTo>
                  <a:lnTo>
                    <a:pt x="52536" y="365093"/>
                  </a:lnTo>
                  <a:cubicBezTo>
                    <a:pt x="38603" y="365093"/>
                    <a:pt x="25240" y="359558"/>
                    <a:pt x="15387" y="349705"/>
                  </a:cubicBezTo>
                  <a:cubicBezTo>
                    <a:pt x="5535" y="339853"/>
                    <a:pt x="0" y="326490"/>
                    <a:pt x="0" y="312557"/>
                  </a:cubicBezTo>
                  <a:lnTo>
                    <a:pt x="0" y="52536"/>
                  </a:lnTo>
                  <a:cubicBezTo>
                    <a:pt x="0" y="38603"/>
                    <a:pt x="5535" y="25240"/>
                    <a:pt x="15387" y="15387"/>
                  </a:cubicBezTo>
                  <a:cubicBezTo>
                    <a:pt x="25240" y="5535"/>
                    <a:pt x="38603" y="0"/>
                    <a:pt x="52536" y="0"/>
                  </a:cubicBezTo>
                  <a:close/>
                </a:path>
              </a:pathLst>
            </a:custGeom>
            <a:solidFill>
              <a:srgbClr val="6EC6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80794" cy="412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08265" y="6668803"/>
            <a:ext cx="4863014" cy="1386211"/>
            <a:chOff x="0" y="0"/>
            <a:chExt cx="1280794" cy="3650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0794" cy="365093"/>
            </a:xfrm>
            <a:custGeom>
              <a:avLst/>
              <a:gdLst/>
              <a:ahLst/>
              <a:cxnLst/>
              <a:rect l="l" t="t" r="r" b="b"/>
              <a:pathLst>
                <a:path w="1280794" h="365093">
                  <a:moveTo>
                    <a:pt x="52536" y="0"/>
                  </a:moveTo>
                  <a:lnTo>
                    <a:pt x="1228258" y="0"/>
                  </a:lnTo>
                  <a:cubicBezTo>
                    <a:pt x="1242191" y="0"/>
                    <a:pt x="1255554" y="5535"/>
                    <a:pt x="1265406" y="15387"/>
                  </a:cubicBezTo>
                  <a:cubicBezTo>
                    <a:pt x="1275259" y="25240"/>
                    <a:pt x="1280794" y="38603"/>
                    <a:pt x="1280794" y="52536"/>
                  </a:cubicBezTo>
                  <a:lnTo>
                    <a:pt x="1280794" y="312557"/>
                  </a:lnTo>
                  <a:cubicBezTo>
                    <a:pt x="1280794" y="326490"/>
                    <a:pt x="1275259" y="339853"/>
                    <a:pt x="1265406" y="349705"/>
                  </a:cubicBezTo>
                  <a:cubicBezTo>
                    <a:pt x="1255554" y="359558"/>
                    <a:pt x="1242191" y="365093"/>
                    <a:pt x="1228258" y="365093"/>
                  </a:cubicBezTo>
                  <a:lnTo>
                    <a:pt x="52536" y="365093"/>
                  </a:lnTo>
                  <a:cubicBezTo>
                    <a:pt x="38603" y="365093"/>
                    <a:pt x="25240" y="359558"/>
                    <a:pt x="15387" y="349705"/>
                  </a:cubicBezTo>
                  <a:cubicBezTo>
                    <a:pt x="5535" y="339853"/>
                    <a:pt x="0" y="326490"/>
                    <a:pt x="0" y="312557"/>
                  </a:cubicBezTo>
                  <a:lnTo>
                    <a:pt x="0" y="52536"/>
                  </a:lnTo>
                  <a:cubicBezTo>
                    <a:pt x="0" y="38603"/>
                    <a:pt x="5535" y="25240"/>
                    <a:pt x="15387" y="15387"/>
                  </a:cubicBezTo>
                  <a:cubicBezTo>
                    <a:pt x="25240" y="5535"/>
                    <a:pt x="38603" y="0"/>
                    <a:pt x="52536" y="0"/>
                  </a:cubicBezTo>
                  <a:close/>
                </a:path>
              </a:pathLst>
            </a:custGeom>
            <a:solidFill>
              <a:srgbClr val="FFB1A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280794" cy="412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42364" y="6668803"/>
            <a:ext cx="4863014" cy="1386211"/>
            <a:chOff x="0" y="0"/>
            <a:chExt cx="1280794" cy="36509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0794" cy="365093"/>
            </a:xfrm>
            <a:custGeom>
              <a:avLst/>
              <a:gdLst/>
              <a:ahLst/>
              <a:cxnLst/>
              <a:rect l="l" t="t" r="r" b="b"/>
              <a:pathLst>
                <a:path w="1280794" h="365093">
                  <a:moveTo>
                    <a:pt x="52536" y="0"/>
                  </a:moveTo>
                  <a:lnTo>
                    <a:pt x="1228258" y="0"/>
                  </a:lnTo>
                  <a:cubicBezTo>
                    <a:pt x="1242191" y="0"/>
                    <a:pt x="1255554" y="5535"/>
                    <a:pt x="1265406" y="15387"/>
                  </a:cubicBezTo>
                  <a:cubicBezTo>
                    <a:pt x="1275259" y="25240"/>
                    <a:pt x="1280794" y="38603"/>
                    <a:pt x="1280794" y="52536"/>
                  </a:cubicBezTo>
                  <a:lnTo>
                    <a:pt x="1280794" y="312557"/>
                  </a:lnTo>
                  <a:cubicBezTo>
                    <a:pt x="1280794" y="326490"/>
                    <a:pt x="1275259" y="339853"/>
                    <a:pt x="1265406" y="349705"/>
                  </a:cubicBezTo>
                  <a:cubicBezTo>
                    <a:pt x="1255554" y="359558"/>
                    <a:pt x="1242191" y="365093"/>
                    <a:pt x="1228258" y="365093"/>
                  </a:cubicBezTo>
                  <a:lnTo>
                    <a:pt x="52536" y="365093"/>
                  </a:lnTo>
                  <a:cubicBezTo>
                    <a:pt x="38603" y="365093"/>
                    <a:pt x="25240" y="359558"/>
                    <a:pt x="15387" y="349705"/>
                  </a:cubicBezTo>
                  <a:cubicBezTo>
                    <a:pt x="5535" y="339853"/>
                    <a:pt x="0" y="326490"/>
                    <a:pt x="0" y="312557"/>
                  </a:cubicBezTo>
                  <a:lnTo>
                    <a:pt x="0" y="52536"/>
                  </a:lnTo>
                  <a:cubicBezTo>
                    <a:pt x="0" y="38603"/>
                    <a:pt x="5535" y="25240"/>
                    <a:pt x="15387" y="15387"/>
                  </a:cubicBezTo>
                  <a:cubicBezTo>
                    <a:pt x="25240" y="5535"/>
                    <a:pt x="38603" y="0"/>
                    <a:pt x="52536" y="0"/>
                  </a:cubicBezTo>
                  <a:close/>
                </a:path>
              </a:pathLst>
            </a:custGeom>
            <a:solidFill>
              <a:srgbClr val="6EC6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80794" cy="412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3578984" y="668233"/>
            <a:ext cx="2849365" cy="2771655"/>
          </a:xfrm>
          <a:custGeom>
            <a:avLst/>
            <a:gdLst/>
            <a:ahLst/>
            <a:cxnLst/>
            <a:rect l="l" t="t" r="r" b="b"/>
            <a:pathLst>
              <a:path w="2849365" h="2771655">
                <a:moveTo>
                  <a:pt x="0" y="0"/>
                </a:moveTo>
                <a:lnTo>
                  <a:pt x="2849365" y="0"/>
                </a:lnTo>
                <a:lnTo>
                  <a:pt x="2849365" y="2771655"/>
                </a:lnTo>
                <a:lnTo>
                  <a:pt x="0" y="2771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855424" y="1291323"/>
            <a:ext cx="2009181" cy="1881324"/>
          </a:xfrm>
          <a:custGeom>
            <a:avLst/>
            <a:gdLst/>
            <a:ahLst/>
            <a:cxnLst/>
            <a:rect l="l" t="t" r="r" b="b"/>
            <a:pathLst>
              <a:path w="2009181" h="1881324">
                <a:moveTo>
                  <a:pt x="0" y="0"/>
                </a:moveTo>
                <a:lnTo>
                  <a:pt x="2009181" y="0"/>
                </a:lnTo>
                <a:lnTo>
                  <a:pt x="2009181" y="1881324"/>
                </a:lnTo>
                <a:lnTo>
                  <a:pt x="0" y="18813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7125552" y="7857209"/>
            <a:ext cx="5489215" cy="3582960"/>
          </a:xfrm>
          <a:custGeom>
            <a:avLst/>
            <a:gdLst/>
            <a:ahLst/>
            <a:cxnLst/>
            <a:rect l="l" t="t" r="r" b="b"/>
            <a:pathLst>
              <a:path w="5489215" h="3582960">
                <a:moveTo>
                  <a:pt x="0" y="0"/>
                </a:moveTo>
                <a:lnTo>
                  <a:pt x="5489215" y="0"/>
                </a:lnTo>
                <a:lnTo>
                  <a:pt x="5489215" y="3582960"/>
                </a:lnTo>
                <a:lnTo>
                  <a:pt x="0" y="35829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 rot="2700000">
            <a:off x="12235346" y="8201860"/>
            <a:ext cx="5917085" cy="5497510"/>
          </a:xfrm>
          <a:custGeom>
            <a:avLst/>
            <a:gdLst/>
            <a:ahLst/>
            <a:cxnLst/>
            <a:rect l="l" t="t" r="r" b="b"/>
            <a:pathLst>
              <a:path w="5917085" h="5497510">
                <a:moveTo>
                  <a:pt x="0" y="0"/>
                </a:moveTo>
                <a:lnTo>
                  <a:pt x="5917085" y="0"/>
                </a:lnTo>
                <a:lnTo>
                  <a:pt x="5917085" y="5497510"/>
                </a:lnTo>
                <a:lnTo>
                  <a:pt x="0" y="54975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TextBox 24"/>
          <p:cNvSpPr txBox="1"/>
          <p:nvPr/>
        </p:nvSpPr>
        <p:spPr>
          <a:xfrm>
            <a:off x="4337389" y="2393910"/>
            <a:ext cx="9611108" cy="1045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32"/>
              </a:lnSpc>
              <a:spcBef>
                <a:spcPct val="0"/>
              </a:spcBef>
            </a:pPr>
            <a:r>
              <a:rPr lang="en-US" sz="7765" b="1">
                <a:solidFill>
                  <a:srgbClr val="30303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METHODOLOGY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97794" y="4836361"/>
            <a:ext cx="4032668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Impl</a:t>
            </a:r>
            <a:r>
              <a:rPr lang="en-US" sz="2500" b="1" u="none" strike="noStrike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ement animation using timer function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95681" y="6857796"/>
            <a:ext cx="4032668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Enable user</a:t>
            </a:r>
            <a:r>
              <a:rPr lang="en-US" sz="2500" b="1" u="none" strike="noStrike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 control (keyboard input)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25552" y="4868111"/>
            <a:ext cx="4032668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Draw obj</a:t>
            </a:r>
            <a:r>
              <a:rPr lang="en-US" sz="2500" b="1" u="none" strike="noStrike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ects using OpenGL shapes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40684" y="4884454"/>
            <a:ext cx="4447841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D</a:t>
            </a:r>
            <a:r>
              <a:rPr lang="en-US" sz="2500" b="1" u="none" strike="noStrike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esign scene layout (sky, road, buildings)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23438" y="6857796"/>
            <a:ext cx="4032668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Apply</a:t>
            </a:r>
            <a:r>
              <a:rPr lang="en-US" sz="2500" b="1" u="none" strike="noStrike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 weather effects (rain, day/night)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55424" y="6857796"/>
            <a:ext cx="4032668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Ad</a:t>
            </a:r>
            <a:r>
              <a:rPr lang="en-US" sz="2500" b="1" u="none" strike="noStrike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d movement (cars, clouds, birds)</a:t>
            </a:r>
          </a:p>
        </p:txBody>
      </p:sp>
      <p:sp>
        <p:nvSpPr>
          <p:cNvPr id="31" name="Freeform 31"/>
          <p:cNvSpPr/>
          <p:nvPr/>
        </p:nvSpPr>
        <p:spPr>
          <a:xfrm>
            <a:off x="-522214" y="8620628"/>
            <a:ext cx="8188453" cy="4659974"/>
          </a:xfrm>
          <a:custGeom>
            <a:avLst/>
            <a:gdLst/>
            <a:ahLst/>
            <a:cxnLst/>
            <a:rect l="l" t="t" r="r" b="b"/>
            <a:pathLst>
              <a:path w="8188453" h="4659974">
                <a:moveTo>
                  <a:pt x="0" y="0"/>
                </a:moveTo>
                <a:lnTo>
                  <a:pt x="8188453" y="0"/>
                </a:lnTo>
                <a:lnTo>
                  <a:pt x="8188453" y="4659974"/>
                </a:lnTo>
                <a:lnTo>
                  <a:pt x="0" y="46599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63958">
            <a:off x="14330702" y="8598007"/>
            <a:ext cx="7536020" cy="4288681"/>
          </a:xfrm>
          <a:custGeom>
            <a:avLst/>
            <a:gdLst/>
            <a:ahLst/>
            <a:cxnLst/>
            <a:rect l="l" t="t" r="r" b="b"/>
            <a:pathLst>
              <a:path w="7536020" h="4288681">
                <a:moveTo>
                  <a:pt x="0" y="0"/>
                </a:moveTo>
                <a:lnTo>
                  <a:pt x="7536021" y="0"/>
                </a:lnTo>
                <a:lnTo>
                  <a:pt x="7536021" y="4288681"/>
                </a:lnTo>
                <a:lnTo>
                  <a:pt x="0" y="42886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90050" y="319598"/>
            <a:ext cx="3239470" cy="4114800"/>
          </a:xfrm>
          <a:custGeom>
            <a:avLst/>
            <a:gdLst/>
            <a:ahLst/>
            <a:cxnLst/>
            <a:rect l="l" t="t" r="r" b="b"/>
            <a:pathLst>
              <a:path w="3239470" h="4114800">
                <a:moveTo>
                  <a:pt x="0" y="0"/>
                </a:moveTo>
                <a:lnTo>
                  <a:pt x="3239470" y="0"/>
                </a:lnTo>
                <a:lnTo>
                  <a:pt x="32394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41488" y="2199123"/>
            <a:ext cx="5248425" cy="3463961"/>
          </a:xfrm>
          <a:custGeom>
            <a:avLst/>
            <a:gdLst/>
            <a:ahLst/>
            <a:cxnLst/>
            <a:rect l="l" t="t" r="r" b="b"/>
            <a:pathLst>
              <a:path w="5248425" h="3463961">
                <a:moveTo>
                  <a:pt x="0" y="0"/>
                </a:moveTo>
                <a:lnTo>
                  <a:pt x="5248426" y="0"/>
                </a:lnTo>
                <a:lnTo>
                  <a:pt x="5248426" y="3463961"/>
                </a:lnTo>
                <a:lnTo>
                  <a:pt x="0" y="3463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127739" y="2199123"/>
            <a:ext cx="5218773" cy="3463961"/>
          </a:xfrm>
          <a:custGeom>
            <a:avLst/>
            <a:gdLst/>
            <a:ahLst/>
            <a:cxnLst/>
            <a:rect l="l" t="t" r="r" b="b"/>
            <a:pathLst>
              <a:path w="5218773" h="3463961">
                <a:moveTo>
                  <a:pt x="0" y="0"/>
                </a:moveTo>
                <a:lnTo>
                  <a:pt x="5218773" y="0"/>
                </a:lnTo>
                <a:lnTo>
                  <a:pt x="5218773" y="3463961"/>
                </a:lnTo>
                <a:lnTo>
                  <a:pt x="0" y="34639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41488" y="6294488"/>
            <a:ext cx="5248425" cy="3450840"/>
          </a:xfrm>
          <a:custGeom>
            <a:avLst/>
            <a:gdLst/>
            <a:ahLst/>
            <a:cxnLst/>
            <a:rect l="l" t="t" r="r" b="b"/>
            <a:pathLst>
              <a:path w="5248425" h="3450840">
                <a:moveTo>
                  <a:pt x="0" y="0"/>
                </a:moveTo>
                <a:lnTo>
                  <a:pt x="5248426" y="0"/>
                </a:lnTo>
                <a:lnTo>
                  <a:pt x="5248426" y="3450839"/>
                </a:lnTo>
                <a:lnTo>
                  <a:pt x="0" y="34508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127739" y="6294488"/>
            <a:ext cx="5218773" cy="3437867"/>
          </a:xfrm>
          <a:custGeom>
            <a:avLst/>
            <a:gdLst/>
            <a:ahLst/>
            <a:cxnLst/>
            <a:rect l="l" t="t" r="r" b="b"/>
            <a:pathLst>
              <a:path w="5218773" h="3437867">
                <a:moveTo>
                  <a:pt x="0" y="0"/>
                </a:moveTo>
                <a:lnTo>
                  <a:pt x="5218773" y="0"/>
                </a:lnTo>
                <a:lnTo>
                  <a:pt x="5218773" y="3437867"/>
                </a:lnTo>
                <a:lnTo>
                  <a:pt x="0" y="34378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915032" y="633396"/>
            <a:ext cx="8934099" cy="93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38"/>
              </a:lnSpc>
              <a:spcBef>
                <a:spcPct val="0"/>
              </a:spcBef>
            </a:pPr>
            <a:r>
              <a:rPr lang="en-US" sz="6947" b="1">
                <a:solidFill>
                  <a:srgbClr val="30303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PROJECT OUTPUT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49749">
            <a:off x="4179912" y="8977373"/>
            <a:ext cx="7536020" cy="4288681"/>
          </a:xfrm>
          <a:custGeom>
            <a:avLst/>
            <a:gdLst/>
            <a:ahLst/>
            <a:cxnLst/>
            <a:rect l="l" t="t" r="r" b="b"/>
            <a:pathLst>
              <a:path w="7536020" h="4288681">
                <a:moveTo>
                  <a:pt x="0" y="0"/>
                </a:moveTo>
                <a:lnTo>
                  <a:pt x="7536020" y="0"/>
                </a:lnTo>
                <a:lnTo>
                  <a:pt x="7536020" y="4288681"/>
                </a:lnTo>
                <a:lnTo>
                  <a:pt x="0" y="42886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668821" y="7894032"/>
            <a:ext cx="8021099" cy="5235590"/>
          </a:xfrm>
          <a:custGeom>
            <a:avLst/>
            <a:gdLst/>
            <a:ahLst/>
            <a:cxnLst/>
            <a:rect l="l" t="t" r="r" b="b"/>
            <a:pathLst>
              <a:path w="8021099" h="5235590">
                <a:moveTo>
                  <a:pt x="0" y="0"/>
                </a:moveTo>
                <a:lnTo>
                  <a:pt x="8021100" y="0"/>
                </a:lnTo>
                <a:lnTo>
                  <a:pt x="8021100" y="5235590"/>
                </a:lnTo>
                <a:lnTo>
                  <a:pt x="0" y="52355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5438635" y="-197603"/>
            <a:ext cx="2849365" cy="2771655"/>
          </a:xfrm>
          <a:custGeom>
            <a:avLst/>
            <a:gdLst/>
            <a:ahLst/>
            <a:cxnLst/>
            <a:rect l="l" t="t" r="r" b="b"/>
            <a:pathLst>
              <a:path w="2849365" h="2771655">
                <a:moveTo>
                  <a:pt x="0" y="0"/>
                </a:moveTo>
                <a:lnTo>
                  <a:pt x="2849365" y="0"/>
                </a:lnTo>
                <a:lnTo>
                  <a:pt x="2849365" y="2771656"/>
                </a:lnTo>
                <a:lnTo>
                  <a:pt x="0" y="2771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454276" y="4701473"/>
            <a:ext cx="6599679" cy="1045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32"/>
              </a:lnSpc>
              <a:spcBef>
                <a:spcPct val="0"/>
              </a:spcBef>
            </a:pPr>
            <a:r>
              <a:rPr lang="en-US" sz="7765" b="1">
                <a:solidFill>
                  <a:srgbClr val="30303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BENEFITS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1984144" y="6186112"/>
            <a:ext cx="9932066" cy="8887749"/>
            <a:chOff x="0" y="0"/>
            <a:chExt cx="13242754" cy="11850333"/>
          </a:xfrm>
        </p:grpSpPr>
        <p:sp>
          <p:nvSpPr>
            <p:cNvPr id="7" name="Freeform 7"/>
            <p:cNvSpPr/>
            <p:nvPr/>
          </p:nvSpPr>
          <p:spPr>
            <a:xfrm rot="2700000">
              <a:off x="1436168" y="2804434"/>
              <a:ext cx="7889447" cy="7330013"/>
            </a:xfrm>
            <a:custGeom>
              <a:avLst/>
              <a:gdLst/>
              <a:ahLst/>
              <a:cxnLst/>
              <a:rect l="l" t="t" r="r" b="b"/>
              <a:pathLst>
                <a:path w="7889447" h="7330013">
                  <a:moveTo>
                    <a:pt x="0" y="0"/>
                  </a:moveTo>
                  <a:lnTo>
                    <a:pt x="7889447" y="0"/>
                  </a:lnTo>
                  <a:lnTo>
                    <a:pt x="7889447" y="7330013"/>
                  </a:lnTo>
                  <a:lnTo>
                    <a:pt x="0" y="7330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4137091" y="0"/>
              <a:ext cx="9105663" cy="1592899"/>
              <a:chOff x="0" y="0"/>
              <a:chExt cx="1447804" cy="2532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7804" cy="253271"/>
              </a:xfrm>
              <a:custGeom>
                <a:avLst/>
                <a:gdLst/>
                <a:ahLst/>
                <a:cxnLst/>
                <a:rect l="l" t="t" r="r" b="b"/>
                <a:pathLst>
                  <a:path w="1447804" h="253271">
                    <a:moveTo>
                      <a:pt x="37410" y="0"/>
                    </a:moveTo>
                    <a:lnTo>
                      <a:pt x="1410394" y="0"/>
                    </a:lnTo>
                    <a:cubicBezTo>
                      <a:pt x="1420316" y="0"/>
                      <a:pt x="1429831" y="3941"/>
                      <a:pt x="1436847" y="10957"/>
                    </a:cubicBezTo>
                    <a:cubicBezTo>
                      <a:pt x="1443863" y="17973"/>
                      <a:pt x="1447804" y="27488"/>
                      <a:pt x="1447804" y="37410"/>
                    </a:cubicBezTo>
                    <a:lnTo>
                      <a:pt x="1447804" y="215861"/>
                    </a:lnTo>
                    <a:cubicBezTo>
                      <a:pt x="1447804" y="236522"/>
                      <a:pt x="1431055" y="253271"/>
                      <a:pt x="1410394" y="253271"/>
                    </a:cubicBezTo>
                    <a:lnTo>
                      <a:pt x="37410" y="253271"/>
                    </a:lnTo>
                    <a:cubicBezTo>
                      <a:pt x="16749" y="253271"/>
                      <a:pt x="0" y="236522"/>
                      <a:pt x="0" y="215861"/>
                    </a:cubicBezTo>
                    <a:lnTo>
                      <a:pt x="0" y="37410"/>
                    </a:lnTo>
                    <a:cubicBezTo>
                      <a:pt x="0" y="16749"/>
                      <a:pt x="16749" y="0"/>
                      <a:pt x="37410" y="0"/>
                    </a:cubicBezTo>
                    <a:close/>
                  </a:path>
                </a:pathLst>
              </a:custGeom>
              <a:solidFill>
                <a:srgbClr val="E16539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447804" cy="2913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968734" y="236613"/>
              <a:ext cx="7650955" cy="1131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0303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Develops problem-solving and programming ability.</a:t>
              </a:r>
            </a:p>
          </p:txBody>
        </p:sp>
      </p:grpSp>
      <p:sp>
        <p:nvSpPr>
          <p:cNvPr id="12" name="Freeform 12"/>
          <p:cNvSpPr/>
          <p:nvPr/>
        </p:nvSpPr>
        <p:spPr>
          <a:xfrm rot="-9744696">
            <a:off x="-360437" y="-3262298"/>
            <a:ext cx="6176504" cy="5615004"/>
          </a:xfrm>
          <a:custGeom>
            <a:avLst/>
            <a:gdLst/>
            <a:ahLst/>
            <a:cxnLst/>
            <a:rect l="l" t="t" r="r" b="b"/>
            <a:pathLst>
              <a:path w="6176504" h="5615004">
                <a:moveTo>
                  <a:pt x="0" y="0"/>
                </a:moveTo>
                <a:lnTo>
                  <a:pt x="6176504" y="0"/>
                </a:lnTo>
                <a:lnTo>
                  <a:pt x="6176504" y="5615003"/>
                </a:lnTo>
                <a:lnTo>
                  <a:pt x="0" y="56150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3" name="Group 13"/>
          <p:cNvGrpSpPr/>
          <p:nvPr/>
        </p:nvGrpSpPr>
        <p:grpSpPr>
          <a:xfrm>
            <a:off x="1118674" y="2215614"/>
            <a:ext cx="6829247" cy="1632824"/>
            <a:chOff x="0" y="0"/>
            <a:chExt cx="9105663" cy="2177099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9105663" cy="2177099"/>
              <a:chOff x="0" y="0"/>
              <a:chExt cx="1447804" cy="34616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447804" cy="346160"/>
              </a:xfrm>
              <a:custGeom>
                <a:avLst/>
                <a:gdLst/>
                <a:ahLst/>
                <a:cxnLst/>
                <a:rect l="l" t="t" r="r" b="b"/>
                <a:pathLst>
                  <a:path w="1447804" h="346160">
                    <a:moveTo>
                      <a:pt x="37410" y="0"/>
                    </a:moveTo>
                    <a:lnTo>
                      <a:pt x="1410394" y="0"/>
                    </a:lnTo>
                    <a:cubicBezTo>
                      <a:pt x="1420316" y="0"/>
                      <a:pt x="1429831" y="3941"/>
                      <a:pt x="1436847" y="10957"/>
                    </a:cubicBezTo>
                    <a:cubicBezTo>
                      <a:pt x="1443863" y="17973"/>
                      <a:pt x="1447804" y="27488"/>
                      <a:pt x="1447804" y="37410"/>
                    </a:cubicBezTo>
                    <a:lnTo>
                      <a:pt x="1447804" y="308749"/>
                    </a:lnTo>
                    <a:cubicBezTo>
                      <a:pt x="1447804" y="329410"/>
                      <a:pt x="1431055" y="346160"/>
                      <a:pt x="1410394" y="346160"/>
                    </a:cubicBezTo>
                    <a:lnTo>
                      <a:pt x="37410" y="346160"/>
                    </a:lnTo>
                    <a:cubicBezTo>
                      <a:pt x="16749" y="346160"/>
                      <a:pt x="0" y="329410"/>
                      <a:pt x="0" y="308749"/>
                    </a:cubicBezTo>
                    <a:lnTo>
                      <a:pt x="0" y="37410"/>
                    </a:lnTo>
                    <a:cubicBezTo>
                      <a:pt x="0" y="16749"/>
                      <a:pt x="16749" y="0"/>
                      <a:pt x="37410" y="0"/>
                    </a:cubicBezTo>
                    <a:close/>
                  </a:path>
                </a:pathLst>
              </a:custGeom>
              <a:solidFill>
                <a:srgbClr val="6EC6CD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447804" cy="384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831644" y="427113"/>
              <a:ext cx="7650955" cy="1131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0303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Enh</a:t>
              </a:r>
              <a:r>
                <a:rPr lang="en-US" sz="2499" b="1" u="none" strike="noStrike">
                  <a:solidFill>
                    <a:srgbClr val="30303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ances understanding of computer graphics concepts.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18674" y="4200863"/>
            <a:ext cx="6829247" cy="1632824"/>
            <a:chOff x="0" y="0"/>
            <a:chExt cx="9105663" cy="2177099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9105663" cy="2177099"/>
              <a:chOff x="0" y="0"/>
              <a:chExt cx="1447804" cy="3461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7804" cy="346160"/>
              </a:xfrm>
              <a:custGeom>
                <a:avLst/>
                <a:gdLst/>
                <a:ahLst/>
                <a:cxnLst/>
                <a:rect l="l" t="t" r="r" b="b"/>
                <a:pathLst>
                  <a:path w="1447804" h="346160">
                    <a:moveTo>
                      <a:pt x="37410" y="0"/>
                    </a:moveTo>
                    <a:lnTo>
                      <a:pt x="1410394" y="0"/>
                    </a:lnTo>
                    <a:cubicBezTo>
                      <a:pt x="1420316" y="0"/>
                      <a:pt x="1429831" y="3941"/>
                      <a:pt x="1436847" y="10957"/>
                    </a:cubicBezTo>
                    <a:cubicBezTo>
                      <a:pt x="1443863" y="17973"/>
                      <a:pt x="1447804" y="27488"/>
                      <a:pt x="1447804" y="37410"/>
                    </a:cubicBezTo>
                    <a:lnTo>
                      <a:pt x="1447804" y="308749"/>
                    </a:lnTo>
                    <a:cubicBezTo>
                      <a:pt x="1447804" y="329410"/>
                      <a:pt x="1431055" y="346160"/>
                      <a:pt x="1410394" y="346160"/>
                    </a:cubicBezTo>
                    <a:lnTo>
                      <a:pt x="37410" y="346160"/>
                    </a:lnTo>
                    <a:cubicBezTo>
                      <a:pt x="16749" y="346160"/>
                      <a:pt x="0" y="329410"/>
                      <a:pt x="0" y="308749"/>
                    </a:cubicBezTo>
                    <a:lnTo>
                      <a:pt x="0" y="37410"/>
                    </a:lnTo>
                    <a:cubicBezTo>
                      <a:pt x="0" y="16749"/>
                      <a:pt x="16749" y="0"/>
                      <a:pt x="37410" y="0"/>
                    </a:cubicBezTo>
                    <a:close/>
                  </a:path>
                </a:pathLst>
              </a:custGeom>
              <a:solidFill>
                <a:srgbClr val="FFB1A5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7804" cy="384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831644" y="427113"/>
              <a:ext cx="7650955" cy="1131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0303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Improv</a:t>
              </a:r>
              <a:r>
                <a:rPr lang="en-US" sz="2499" b="1" u="none" strike="noStrike">
                  <a:solidFill>
                    <a:srgbClr val="30303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es animation and rendering skills.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-907018" y="8727588"/>
            <a:ext cx="5917085" cy="5497510"/>
          </a:xfrm>
          <a:custGeom>
            <a:avLst/>
            <a:gdLst/>
            <a:ahLst/>
            <a:cxnLst/>
            <a:rect l="l" t="t" r="r" b="b"/>
            <a:pathLst>
              <a:path w="5917085" h="5497510">
                <a:moveTo>
                  <a:pt x="0" y="0"/>
                </a:moveTo>
                <a:lnTo>
                  <a:pt x="5917085" y="0"/>
                </a:lnTo>
                <a:lnTo>
                  <a:pt x="5917085" y="5497510"/>
                </a:lnTo>
                <a:lnTo>
                  <a:pt x="0" y="5497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349749">
            <a:off x="4179912" y="8977373"/>
            <a:ext cx="7536020" cy="4288681"/>
          </a:xfrm>
          <a:custGeom>
            <a:avLst/>
            <a:gdLst/>
            <a:ahLst/>
            <a:cxnLst/>
            <a:rect l="l" t="t" r="r" b="b"/>
            <a:pathLst>
              <a:path w="7536020" h="4288681">
                <a:moveTo>
                  <a:pt x="0" y="0"/>
                </a:moveTo>
                <a:lnTo>
                  <a:pt x="7536020" y="0"/>
                </a:lnTo>
                <a:lnTo>
                  <a:pt x="7536020" y="4288681"/>
                </a:lnTo>
                <a:lnTo>
                  <a:pt x="0" y="4288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668821" y="7894032"/>
            <a:ext cx="8021099" cy="5235590"/>
          </a:xfrm>
          <a:custGeom>
            <a:avLst/>
            <a:gdLst/>
            <a:ahLst/>
            <a:cxnLst/>
            <a:rect l="l" t="t" r="r" b="b"/>
            <a:pathLst>
              <a:path w="8021099" h="5235590">
                <a:moveTo>
                  <a:pt x="0" y="0"/>
                </a:moveTo>
                <a:lnTo>
                  <a:pt x="8021100" y="0"/>
                </a:lnTo>
                <a:lnTo>
                  <a:pt x="8021100" y="5235590"/>
                </a:lnTo>
                <a:lnTo>
                  <a:pt x="0" y="5235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5438635" y="-197603"/>
            <a:ext cx="2849365" cy="2771655"/>
          </a:xfrm>
          <a:custGeom>
            <a:avLst/>
            <a:gdLst/>
            <a:ahLst/>
            <a:cxnLst/>
            <a:rect l="l" t="t" r="r" b="b"/>
            <a:pathLst>
              <a:path w="2849365" h="2771655">
                <a:moveTo>
                  <a:pt x="0" y="0"/>
                </a:moveTo>
                <a:lnTo>
                  <a:pt x="2849365" y="0"/>
                </a:lnTo>
                <a:lnTo>
                  <a:pt x="2849365" y="2771656"/>
                </a:lnTo>
                <a:lnTo>
                  <a:pt x="0" y="27716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529254" y="4506529"/>
            <a:ext cx="6599679" cy="202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32"/>
              </a:lnSpc>
              <a:spcBef>
                <a:spcPct val="0"/>
              </a:spcBef>
            </a:pPr>
            <a:r>
              <a:rPr lang="en-US" sz="7765" b="1">
                <a:solidFill>
                  <a:srgbClr val="30303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FUTURE PLAN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18674" y="6234373"/>
            <a:ext cx="6829247" cy="1632824"/>
            <a:chOff x="0" y="0"/>
            <a:chExt cx="9105663" cy="217709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9105663" cy="2177099"/>
              <a:chOff x="0" y="0"/>
              <a:chExt cx="1447804" cy="34616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7804" cy="346160"/>
              </a:xfrm>
              <a:custGeom>
                <a:avLst/>
                <a:gdLst/>
                <a:ahLst/>
                <a:cxnLst/>
                <a:rect l="l" t="t" r="r" b="b"/>
                <a:pathLst>
                  <a:path w="1447804" h="346160">
                    <a:moveTo>
                      <a:pt x="37410" y="0"/>
                    </a:moveTo>
                    <a:lnTo>
                      <a:pt x="1410394" y="0"/>
                    </a:lnTo>
                    <a:cubicBezTo>
                      <a:pt x="1420316" y="0"/>
                      <a:pt x="1429831" y="3941"/>
                      <a:pt x="1436847" y="10957"/>
                    </a:cubicBezTo>
                    <a:cubicBezTo>
                      <a:pt x="1443863" y="17973"/>
                      <a:pt x="1447804" y="27488"/>
                      <a:pt x="1447804" y="37410"/>
                    </a:cubicBezTo>
                    <a:lnTo>
                      <a:pt x="1447804" y="308749"/>
                    </a:lnTo>
                    <a:cubicBezTo>
                      <a:pt x="1447804" y="329410"/>
                      <a:pt x="1431055" y="346160"/>
                      <a:pt x="1410394" y="346160"/>
                    </a:cubicBezTo>
                    <a:lnTo>
                      <a:pt x="37410" y="346160"/>
                    </a:lnTo>
                    <a:cubicBezTo>
                      <a:pt x="16749" y="346160"/>
                      <a:pt x="0" y="329410"/>
                      <a:pt x="0" y="308749"/>
                    </a:cubicBezTo>
                    <a:lnTo>
                      <a:pt x="0" y="37410"/>
                    </a:lnTo>
                    <a:cubicBezTo>
                      <a:pt x="0" y="16749"/>
                      <a:pt x="16749" y="0"/>
                      <a:pt x="37410" y="0"/>
                    </a:cubicBezTo>
                    <a:close/>
                  </a:path>
                </a:pathLst>
              </a:custGeom>
              <a:solidFill>
                <a:srgbClr val="E16539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447804" cy="384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831644" y="427113"/>
              <a:ext cx="7650955" cy="1131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0303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Imp</a:t>
              </a:r>
              <a:r>
                <a:rPr lang="en-US" sz="2499" b="1" u="none" strike="noStrike">
                  <a:solidFill>
                    <a:srgbClr val="30303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rove visual quality with better lighting and effects</a:t>
              </a:r>
            </a:p>
          </p:txBody>
        </p:sp>
      </p:grpSp>
      <p:sp>
        <p:nvSpPr>
          <p:cNvPr id="12" name="Freeform 12"/>
          <p:cNvSpPr/>
          <p:nvPr/>
        </p:nvSpPr>
        <p:spPr>
          <a:xfrm rot="-9744696">
            <a:off x="-360437" y="-3262298"/>
            <a:ext cx="6176504" cy="5615004"/>
          </a:xfrm>
          <a:custGeom>
            <a:avLst/>
            <a:gdLst/>
            <a:ahLst/>
            <a:cxnLst/>
            <a:rect l="l" t="t" r="r" b="b"/>
            <a:pathLst>
              <a:path w="6176504" h="5615004">
                <a:moveTo>
                  <a:pt x="0" y="0"/>
                </a:moveTo>
                <a:lnTo>
                  <a:pt x="6176504" y="0"/>
                </a:lnTo>
                <a:lnTo>
                  <a:pt x="6176504" y="5615003"/>
                </a:lnTo>
                <a:lnTo>
                  <a:pt x="0" y="56150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3" name="Group 13"/>
          <p:cNvGrpSpPr/>
          <p:nvPr/>
        </p:nvGrpSpPr>
        <p:grpSpPr>
          <a:xfrm>
            <a:off x="1118674" y="2020670"/>
            <a:ext cx="6829247" cy="2070974"/>
            <a:chOff x="0" y="0"/>
            <a:chExt cx="9105663" cy="2761299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9105663" cy="2761299"/>
              <a:chOff x="0" y="0"/>
              <a:chExt cx="1447804" cy="43904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447804" cy="439048"/>
              </a:xfrm>
              <a:custGeom>
                <a:avLst/>
                <a:gdLst/>
                <a:ahLst/>
                <a:cxnLst/>
                <a:rect l="l" t="t" r="r" b="b"/>
                <a:pathLst>
                  <a:path w="1447804" h="439048">
                    <a:moveTo>
                      <a:pt x="37410" y="0"/>
                    </a:moveTo>
                    <a:lnTo>
                      <a:pt x="1410394" y="0"/>
                    </a:lnTo>
                    <a:cubicBezTo>
                      <a:pt x="1420316" y="0"/>
                      <a:pt x="1429831" y="3941"/>
                      <a:pt x="1436847" y="10957"/>
                    </a:cubicBezTo>
                    <a:cubicBezTo>
                      <a:pt x="1443863" y="17973"/>
                      <a:pt x="1447804" y="27488"/>
                      <a:pt x="1447804" y="37410"/>
                    </a:cubicBezTo>
                    <a:lnTo>
                      <a:pt x="1447804" y="401637"/>
                    </a:lnTo>
                    <a:cubicBezTo>
                      <a:pt x="1447804" y="422298"/>
                      <a:pt x="1431055" y="439048"/>
                      <a:pt x="1410394" y="439048"/>
                    </a:cubicBezTo>
                    <a:lnTo>
                      <a:pt x="37410" y="439048"/>
                    </a:lnTo>
                    <a:cubicBezTo>
                      <a:pt x="16749" y="439048"/>
                      <a:pt x="0" y="422298"/>
                      <a:pt x="0" y="401637"/>
                    </a:cubicBezTo>
                    <a:lnTo>
                      <a:pt x="0" y="37410"/>
                    </a:lnTo>
                    <a:cubicBezTo>
                      <a:pt x="0" y="16749"/>
                      <a:pt x="16749" y="0"/>
                      <a:pt x="37410" y="0"/>
                    </a:cubicBezTo>
                    <a:close/>
                  </a:path>
                </a:pathLst>
              </a:custGeom>
              <a:solidFill>
                <a:srgbClr val="6EC6CD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447804" cy="4771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831644" y="427113"/>
              <a:ext cx="7650955" cy="1715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0303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Add mor</a:t>
              </a:r>
              <a:r>
                <a:rPr lang="en-US" sz="2499" b="1" u="none" strike="noStrike">
                  <a:solidFill>
                    <a:srgbClr val="30303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 realistic features like advanced animation and smooth transitions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18674" y="4346597"/>
            <a:ext cx="6829247" cy="1632824"/>
            <a:chOff x="0" y="0"/>
            <a:chExt cx="9105663" cy="2177099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9105663" cy="2177099"/>
              <a:chOff x="0" y="0"/>
              <a:chExt cx="1447804" cy="3461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7804" cy="346160"/>
              </a:xfrm>
              <a:custGeom>
                <a:avLst/>
                <a:gdLst/>
                <a:ahLst/>
                <a:cxnLst/>
                <a:rect l="l" t="t" r="r" b="b"/>
                <a:pathLst>
                  <a:path w="1447804" h="346160">
                    <a:moveTo>
                      <a:pt x="37410" y="0"/>
                    </a:moveTo>
                    <a:lnTo>
                      <a:pt x="1410394" y="0"/>
                    </a:lnTo>
                    <a:cubicBezTo>
                      <a:pt x="1420316" y="0"/>
                      <a:pt x="1429831" y="3941"/>
                      <a:pt x="1436847" y="10957"/>
                    </a:cubicBezTo>
                    <a:cubicBezTo>
                      <a:pt x="1443863" y="17973"/>
                      <a:pt x="1447804" y="27488"/>
                      <a:pt x="1447804" y="37410"/>
                    </a:cubicBezTo>
                    <a:lnTo>
                      <a:pt x="1447804" y="308749"/>
                    </a:lnTo>
                    <a:cubicBezTo>
                      <a:pt x="1447804" y="329410"/>
                      <a:pt x="1431055" y="346160"/>
                      <a:pt x="1410394" y="346160"/>
                    </a:cubicBezTo>
                    <a:lnTo>
                      <a:pt x="37410" y="346160"/>
                    </a:lnTo>
                    <a:cubicBezTo>
                      <a:pt x="16749" y="346160"/>
                      <a:pt x="0" y="329410"/>
                      <a:pt x="0" y="308749"/>
                    </a:cubicBezTo>
                    <a:lnTo>
                      <a:pt x="0" y="37410"/>
                    </a:lnTo>
                    <a:cubicBezTo>
                      <a:pt x="0" y="16749"/>
                      <a:pt x="16749" y="0"/>
                      <a:pt x="37410" y="0"/>
                    </a:cubicBezTo>
                    <a:close/>
                  </a:path>
                </a:pathLst>
              </a:custGeom>
              <a:solidFill>
                <a:srgbClr val="FFB1A5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7804" cy="384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831644" y="427113"/>
              <a:ext cx="7650955" cy="1131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0303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Extend the project</a:t>
              </a:r>
              <a:r>
                <a:rPr lang="en-US" sz="2499" b="1" u="none" strike="noStrike">
                  <a:solidFill>
                    <a:srgbClr val="30303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to 3D simulation using advanced graphics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83148" y="2785636"/>
            <a:ext cx="5976152" cy="4715727"/>
          </a:xfrm>
          <a:custGeom>
            <a:avLst/>
            <a:gdLst/>
            <a:ahLst/>
            <a:cxnLst/>
            <a:rect l="l" t="t" r="r" b="b"/>
            <a:pathLst>
              <a:path w="5976152" h="4715727">
                <a:moveTo>
                  <a:pt x="0" y="0"/>
                </a:moveTo>
                <a:lnTo>
                  <a:pt x="5976152" y="0"/>
                </a:lnTo>
                <a:lnTo>
                  <a:pt x="5976152" y="4715728"/>
                </a:lnTo>
                <a:lnTo>
                  <a:pt x="0" y="4715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4298148" y="8853955"/>
            <a:ext cx="6985000" cy="4114800"/>
          </a:xfrm>
          <a:custGeom>
            <a:avLst/>
            <a:gdLst/>
            <a:ahLst/>
            <a:cxnLst/>
            <a:rect l="l" t="t" r="r" b="b"/>
            <a:pathLst>
              <a:path w="6985000" h="4114800">
                <a:moveTo>
                  <a:pt x="0" y="0"/>
                </a:moveTo>
                <a:lnTo>
                  <a:pt x="6985000" y="0"/>
                </a:lnTo>
                <a:lnTo>
                  <a:pt x="6985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706435" y="8143630"/>
            <a:ext cx="1796813" cy="1803371"/>
          </a:xfrm>
          <a:custGeom>
            <a:avLst/>
            <a:gdLst/>
            <a:ahLst/>
            <a:cxnLst/>
            <a:rect l="l" t="t" r="r" b="b"/>
            <a:pathLst>
              <a:path w="1796813" h="1803371">
                <a:moveTo>
                  <a:pt x="0" y="0"/>
                </a:moveTo>
                <a:lnTo>
                  <a:pt x="1796813" y="0"/>
                </a:lnTo>
                <a:lnTo>
                  <a:pt x="1796813" y="1803371"/>
                </a:lnTo>
                <a:lnTo>
                  <a:pt x="0" y="1803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71575" y="4781329"/>
            <a:ext cx="9865324" cy="164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5"/>
              </a:lnSpc>
            </a:pPr>
            <a:r>
              <a:rPr lang="en-US" sz="2559" b="1" spc="-127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In conclusion, the Smart City Weather Simulation successfully demonstrates the use of computer graphics to create an interactive and dynamic environment. The project combines animation, user interaction, and environmental effects to simulate a real-world city scenario effectively.</a:t>
            </a:r>
          </a:p>
        </p:txBody>
      </p:sp>
      <p:sp>
        <p:nvSpPr>
          <p:cNvPr id="6" name="Freeform 6"/>
          <p:cNvSpPr/>
          <p:nvPr/>
        </p:nvSpPr>
        <p:spPr>
          <a:xfrm>
            <a:off x="10260675" y="7501364"/>
            <a:ext cx="8376226" cy="5467391"/>
          </a:xfrm>
          <a:custGeom>
            <a:avLst/>
            <a:gdLst/>
            <a:ahLst/>
            <a:cxnLst/>
            <a:rect l="l" t="t" r="r" b="b"/>
            <a:pathLst>
              <a:path w="8376226" h="5467391">
                <a:moveTo>
                  <a:pt x="0" y="0"/>
                </a:moveTo>
                <a:lnTo>
                  <a:pt x="8376226" y="0"/>
                </a:lnTo>
                <a:lnTo>
                  <a:pt x="8376226" y="5467391"/>
                </a:lnTo>
                <a:lnTo>
                  <a:pt x="0" y="54673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260675" y="542362"/>
            <a:ext cx="2009181" cy="1881324"/>
          </a:xfrm>
          <a:custGeom>
            <a:avLst/>
            <a:gdLst/>
            <a:ahLst/>
            <a:cxnLst/>
            <a:rect l="l" t="t" r="r" b="b"/>
            <a:pathLst>
              <a:path w="2009181" h="1881324">
                <a:moveTo>
                  <a:pt x="0" y="0"/>
                </a:moveTo>
                <a:lnTo>
                  <a:pt x="2009181" y="0"/>
                </a:lnTo>
                <a:lnTo>
                  <a:pt x="2009181" y="1881324"/>
                </a:lnTo>
                <a:lnTo>
                  <a:pt x="0" y="18813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3032881"/>
            <a:ext cx="10632790" cy="138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7"/>
              </a:lnSpc>
              <a:spcBef>
                <a:spcPct val="0"/>
              </a:spcBef>
            </a:pPr>
            <a:r>
              <a:rPr lang="en-US" sz="10306" b="1">
                <a:solidFill>
                  <a:srgbClr val="30303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65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2383" y="182402"/>
            <a:ext cx="16843234" cy="9922196"/>
          </a:xfrm>
          <a:custGeom>
            <a:avLst/>
            <a:gdLst/>
            <a:ahLst/>
            <a:cxnLst/>
            <a:rect l="l" t="t" r="r" b="b"/>
            <a:pathLst>
              <a:path w="16843234" h="9922196">
                <a:moveTo>
                  <a:pt x="0" y="0"/>
                </a:moveTo>
                <a:lnTo>
                  <a:pt x="16843234" y="0"/>
                </a:lnTo>
                <a:lnTo>
                  <a:pt x="16843234" y="9922196"/>
                </a:lnTo>
                <a:lnTo>
                  <a:pt x="0" y="992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50185" y="182402"/>
            <a:ext cx="4230168" cy="4114800"/>
          </a:xfrm>
          <a:custGeom>
            <a:avLst/>
            <a:gdLst/>
            <a:ahLst/>
            <a:cxnLst/>
            <a:rect l="l" t="t" r="r" b="b"/>
            <a:pathLst>
              <a:path w="4230168" h="4114800">
                <a:moveTo>
                  <a:pt x="0" y="0"/>
                </a:moveTo>
                <a:lnTo>
                  <a:pt x="4230168" y="0"/>
                </a:lnTo>
                <a:lnTo>
                  <a:pt x="4230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72487" y="4560991"/>
            <a:ext cx="12143025" cy="1377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97"/>
              </a:lnSpc>
              <a:spcBef>
                <a:spcPct val="0"/>
              </a:spcBef>
            </a:pPr>
            <a:r>
              <a:rPr lang="en-US" sz="10306" b="1">
                <a:solidFill>
                  <a:srgbClr val="30303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THANK YOU !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5143500"/>
            <a:ext cx="3221999" cy="3016963"/>
          </a:xfrm>
          <a:custGeom>
            <a:avLst/>
            <a:gdLst/>
            <a:ahLst/>
            <a:cxnLst/>
            <a:rect l="l" t="t" r="r" b="b"/>
            <a:pathLst>
              <a:path w="3221999" h="3016963">
                <a:moveTo>
                  <a:pt x="0" y="0"/>
                </a:moveTo>
                <a:lnTo>
                  <a:pt x="3221999" y="0"/>
                </a:lnTo>
                <a:lnTo>
                  <a:pt x="3221999" y="3016963"/>
                </a:lnTo>
                <a:lnTo>
                  <a:pt x="0" y="3016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309</Words>
  <Application>Microsoft Office PowerPoint</Application>
  <PresentationFormat>Custom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Arial</vt:lpstr>
      <vt:lpstr>Hagrid Ultra-Bold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CSE411 - Smart City Weather Simulation</dc:title>
  <dc:creator>Dell</dc:creator>
  <cp:lastModifiedBy>Dell</cp:lastModifiedBy>
  <cp:revision>2</cp:revision>
  <dcterms:created xsi:type="dcterms:W3CDTF">2006-08-16T00:00:00Z</dcterms:created>
  <dcterms:modified xsi:type="dcterms:W3CDTF">2026-04-22T16:15:30Z</dcterms:modified>
  <dc:identifier>DAG43Q9pdAI</dc:identifier>
</cp:coreProperties>
</file>